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11fe9fa435468e" /><Relationship Type="http://schemas.openxmlformats.org/officeDocument/2006/relationships/extended-properties" Target="/docProps/app.xml" Id="R05279701ee4045f3" /><Relationship Type="http://schemas.openxmlformats.org/officeDocument/2006/relationships/officeDocument" Target="/ppt/presentation.xml" Id="Rb7f58a844cd54e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dca516986b4264"/>
  </p:sldMasterIdLst>
  <p:notesMasterIdLst>
    <p:notesMasterId xmlns:r="http://schemas.openxmlformats.org/officeDocument/2006/relationships" r:id="Red9ad929e48b4daa"/>
  </p:notesMasterIdLst>
  <p:sldIdLst>
    <p:sldId xmlns:r="http://schemas.openxmlformats.org/officeDocument/2006/relationships" id="256" r:id="Rcccded88788c4ac6"/>
    <p:sldId xmlns:r="http://schemas.openxmlformats.org/officeDocument/2006/relationships" id="257" r:id="R3983b760179c4ee5"/>
    <p:sldId xmlns:r="http://schemas.openxmlformats.org/officeDocument/2006/relationships" id="258" r:id="R8a917565384d47f8"/>
    <p:sldId xmlns:r="http://schemas.openxmlformats.org/officeDocument/2006/relationships" id="259" r:id="R790fe573bd5d42d7"/>
    <p:sldId xmlns:r="http://schemas.openxmlformats.org/officeDocument/2006/relationships" id="260" r:id="R0f1ce6943e6e465a"/>
    <p:sldId xmlns:r="http://schemas.openxmlformats.org/officeDocument/2006/relationships" id="261" r:id="R4d69b73dad6146d5"/>
    <p:sldId xmlns:r="http://schemas.openxmlformats.org/officeDocument/2006/relationships" id="262" r:id="R5516f1ce270649c5"/>
    <p:sldId xmlns:r="http://schemas.openxmlformats.org/officeDocument/2006/relationships" id="263" r:id="Rc824476fae1e408e"/>
    <p:sldId xmlns:r="http://schemas.openxmlformats.org/officeDocument/2006/relationships" id="264" r:id="Rf55eac0b237d48af"/>
    <p:sldId xmlns:r="http://schemas.openxmlformats.org/officeDocument/2006/relationships" id="265" r:id="R7961e9a77f1a4e43"/>
    <p:sldId xmlns:r="http://schemas.openxmlformats.org/officeDocument/2006/relationships" id="266" r:id="R2ca8f380a3354ae7"/>
    <p:sldId xmlns:r="http://schemas.openxmlformats.org/officeDocument/2006/relationships" id="267" r:id="R2175a8ea1b3f460f"/>
    <p:sldId xmlns:r="http://schemas.openxmlformats.org/officeDocument/2006/relationships" id="268" r:id="R50ddfa2fe37d4cba"/>
    <p:sldId xmlns:r="http://schemas.openxmlformats.org/officeDocument/2006/relationships" id="269" r:id="R3e5e430683a245ff"/>
    <p:sldId xmlns:r="http://schemas.openxmlformats.org/officeDocument/2006/relationships" id="270" r:id="Ra4cc13b8f0a440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851ee677047e0" /><Relationship Type="http://schemas.openxmlformats.org/officeDocument/2006/relationships/slideMaster" Target="/ppt/slideMasters/slideMaster1.xml" Id="R68dca516986b4264" /><Relationship Type="http://schemas.openxmlformats.org/officeDocument/2006/relationships/notesMaster" Target="/ppt/notesMasters/notesMaster1.xml" Id="Red9ad929e48b4daa" /><Relationship Type="http://schemas.openxmlformats.org/officeDocument/2006/relationships/presProps" Target="/ppt/presProps.xml" Id="R72f967725ee64782" /><Relationship Type="http://schemas.openxmlformats.org/officeDocument/2006/relationships/tableStyles" Target="/ppt/tableStyles.xml" Id="Rf088974605524085" /><Relationship Type="http://schemas.openxmlformats.org/officeDocument/2006/relationships/slide" Target="/ppt/slides/slide1.xml" Id="Rcccded88788c4ac6" /><Relationship Type="http://schemas.openxmlformats.org/officeDocument/2006/relationships/slide" Target="/ppt/slides/slide2.xml" Id="R3983b760179c4ee5" /><Relationship Type="http://schemas.openxmlformats.org/officeDocument/2006/relationships/slide" Target="/ppt/slides/slide3.xml" Id="R8a917565384d47f8" /><Relationship Type="http://schemas.openxmlformats.org/officeDocument/2006/relationships/slide" Target="/ppt/slides/slide4.xml" Id="R790fe573bd5d42d7" /><Relationship Type="http://schemas.openxmlformats.org/officeDocument/2006/relationships/slide" Target="/ppt/slides/slide5.xml" Id="R0f1ce6943e6e465a" /><Relationship Type="http://schemas.openxmlformats.org/officeDocument/2006/relationships/slide" Target="/ppt/slides/slide6.xml" Id="R4d69b73dad6146d5" /><Relationship Type="http://schemas.openxmlformats.org/officeDocument/2006/relationships/slide" Target="/ppt/slides/slide7.xml" Id="R5516f1ce270649c5" /><Relationship Type="http://schemas.openxmlformats.org/officeDocument/2006/relationships/slide" Target="/ppt/slides/slide8.xml" Id="Rc824476fae1e408e" /><Relationship Type="http://schemas.openxmlformats.org/officeDocument/2006/relationships/slide" Target="/ppt/slides/slide9.xml" Id="Rf55eac0b237d48af" /><Relationship Type="http://schemas.openxmlformats.org/officeDocument/2006/relationships/slide" Target="/ppt/slides/slide10.xml" Id="R7961e9a77f1a4e43" /><Relationship Type="http://schemas.openxmlformats.org/officeDocument/2006/relationships/slide" Target="/ppt/slides/slide11.xml" Id="R2ca8f380a3354ae7" /><Relationship Type="http://schemas.openxmlformats.org/officeDocument/2006/relationships/slide" Target="/ppt/slides/slide12.xml" Id="R2175a8ea1b3f460f" /><Relationship Type="http://schemas.openxmlformats.org/officeDocument/2006/relationships/slide" Target="/ppt/slides/slide13.xml" Id="R50ddfa2fe37d4cba" /><Relationship Type="http://schemas.openxmlformats.org/officeDocument/2006/relationships/slide" Target="/ppt/slides/slide14.xml" Id="R3e5e430683a245ff" /><Relationship Type="http://schemas.openxmlformats.org/officeDocument/2006/relationships/slide" Target="/ppt/slides/slide15.xml" Id="Ra4cc13b8f0a440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de5f9f1e38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d2b0676e8b4165" /><Relationship Type="http://schemas.openxmlformats.org/officeDocument/2006/relationships/notesMaster" Target="/ppt/notesMasters/notesMaster1.xml" Id="Rc251273edd354e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9fac260a5b477d" /><Relationship Type="http://schemas.openxmlformats.org/officeDocument/2006/relationships/notesMaster" Target="/ppt/notesMasters/notesMaster1.xml" Id="R0aba0c84daf041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35c67540a64e1d" /><Relationship Type="http://schemas.openxmlformats.org/officeDocument/2006/relationships/notesMaster" Target="/ppt/notesMasters/notesMaster1.xml" Id="R3c92e79a7e244f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b51f7b2dbe425b" /><Relationship Type="http://schemas.openxmlformats.org/officeDocument/2006/relationships/notesMaster" Target="/ppt/notesMasters/notesMaster1.xml" Id="R1f7a5c3fc83546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334f5793cb41e9" /><Relationship Type="http://schemas.openxmlformats.org/officeDocument/2006/relationships/notesMaster" Target="/ppt/notesMasters/notesMaster1.xml" Id="R83a287b2bcc74d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9a62217e3344f5" /><Relationship Type="http://schemas.openxmlformats.org/officeDocument/2006/relationships/notesMaster" Target="/ppt/notesMasters/notesMaster1.xml" Id="R2ff5d0a02bc24c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98a72370064403" /><Relationship Type="http://schemas.openxmlformats.org/officeDocument/2006/relationships/notesMaster" Target="/ppt/notesMasters/notesMaster1.xml" Id="Rd713c070dc884b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1a648a439548b3" /><Relationship Type="http://schemas.openxmlformats.org/officeDocument/2006/relationships/notesMaster" Target="/ppt/notesMasters/notesMaster1.xml" Id="Ra30e0793048d40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dc0c52c34749ce" /><Relationship Type="http://schemas.openxmlformats.org/officeDocument/2006/relationships/notesMaster" Target="/ppt/notesMasters/notesMaster1.xml" Id="R529fd1044d5f49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984de7d9884e9e" /><Relationship Type="http://schemas.openxmlformats.org/officeDocument/2006/relationships/notesMaster" Target="/ppt/notesMasters/notesMaster1.xml" Id="Rfe21cd9f82844f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a1bbc1a655402c" /><Relationship Type="http://schemas.openxmlformats.org/officeDocument/2006/relationships/notesMaster" Target="/ppt/notesMasters/notesMaster1.xml" Id="Rb69cbf8849db4c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d64ec527514d3c" /><Relationship Type="http://schemas.openxmlformats.org/officeDocument/2006/relationships/notesMaster" Target="/ppt/notesMasters/notesMaster1.xml" Id="R967c057eb6c548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9d60c5174d4a2c" /><Relationship Type="http://schemas.openxmlformats.org/officeDocument/2006/relationships/notesMaster" Target="/ppt/notesMasters/notesMaster1.xml" Id="R4e080f7916f243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0ce4223155457e" /><Relationship Type="http://schemas.openxmlformats.org/officeDocument/2006/relationships/notesMaster" Target="/ppt/notesMasters/notesMaster1.xml" Id="Rc5516c8b4fa842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a46de12285447b" /><Relationship Type="http://schemas.openxmlformats.org/officeDocument/2006/relationships/notesMaster" Target="/ppt/notesMasters/notesMaster1.xml" Id="Rc7d3c2d5bd0c4a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ชี้เอกสารด้านซ้าย ผ่าน ScopeBot ตรงกลาง แล้วไปยังสองช่องทางด้านขวา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40 วินาที</a:t>
            </a:r>
          </a:p>
          <a:p xmlns:a="http://schemas.openxmlformats.org/drawingml/2006/main">
            <a:r>
              <a:t>แนะนำชื่อเล่นผู้พูดและสมาชิก ก้อง ป๊อกกี้ ฟลุ๊ค ฟอร์ด มอส แล้วกล่าวว่า ScopeBot นำเอกสารมาเป็นแหล่งความรู้ ผู้ใช้ถามผ่าน Web หรือ LINE ระบบค้นเนื้อหาที่เกี่ยวข้องก่อนตอบ</a:t>
            </a:r>
          </a:p>
          <a:p xmlns:a="http://schemas.openxmlformats.org/drawingml/2006/main">
            <a:r>
              <a:t>วันนี้จะใช้ Diagram พาดูว่าภายในทำงานอย่างไร แล้วสาธิตระบบจริง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ScopeBot.pdf.pdf หน้า 1 และ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1 ซ้าย: ช่องทาง  2 กลาง: Backend  3 ขวาบน: ข้อมูล  4 ขวาล่าง: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 1 ช่องทาง Web หรือ LINE เป็นจุดรับคำถาม</a:t>
            </a:r>
          </a:p>
          <a:p xmlns:a="http://schemas.openxmlformats.org/drawingml/2006/main">
            <a:r>
              <a:t>ชี้ 2 FastAPI ตรวจสิทธิ์และควบคุมการทำงาน</a:t>
            </a:r>
          </a:p>
          <a:p xmlns:a="http://schemas.openxmlformats.org/drawingml/2006/main">
            <a:r>
              <a:t>ชี้ 3 PostgreSQL เก็บบัญชี บอท และประวัติ</a:t>
            </a:r>
          </a:p>
          <a:p xmlns:a="http://schemas.openxmlformats.org/drawingml/2006/main">
            <a:r>
              <a:t>ชี้ 4 RAG ค้นเอกสารจาก ChromaDB ก่อนเรียก Ollama สร้างคำตอบ จากนั้น FastAPI ส่งกลับช่องทางเดิม</a:t>
            </a:r>
          </a:p>
          <a:p xmlns:a="http://schemas.openxmlformats.org/drawingml/2006/main">
            <a:r>
              <a:t>ยังไม่อธิบาย Cloudflare หรือ embeddings ในหน้านี้</a:t>
            </a:r>
          </a:p>
          <a:p xmlns:a="http://schemas.openxmlformats.org/drawingml/2006/main">
            <a:r>
              <a:t>ส่งต่อ: เริ่มจากส่วนที่ผู้ใช้งานมองเห็น คือ 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api/main.py; api/routers/chat.py; api/routers/line_webhook.py;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เริ่มที่ Login ไปยัง React จากนั้นเลือกหนึ่งในสามงาน และส่งคำขอไป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 Login เพื่ออธิบายการเข้าสู่ระบบและ AuthContext</a:t>
            </a:r>
          </a:p>
          <a:p xmlns:a="http://schemas.openxmlformats.org/drawingml/2006/main">
            <a:r>
              <a:t>React เป็นจุดรวมหน้าบอท แชท และเมนูจัดการตามสิทธิ์ ทุกงานเรียก Backend ผ่าน HTTP พร้อม JWT</a:t>
            </a:r>
          </a:p>
          <a:p xmlns:a="http://schemas.openxmlformats.org/drawingml/2006/main">
            <a:r>
              <a:t>useChatSession ดูแลข้อความและ session ในส่วนแชท</a:t>
            </a:r>
          </a:p>
          <a:p xmlns:a="http://schemas.openxmlformats.org/drawingml/2006/main">
            <a:r>
              <a:t>ส่งต่อ: เมนูที่เห็นขึ้นอยู่กับบทบาทของบัญชี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src/app/routes.tsx; src/app/App.tsx; src/app/components/chat/ChatInterface.tsx; api/routers/documents.py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อ่านทีละแถว Admin, Support, User แล้วเน้นหมายเหตุเรื่องเจ้าของบอท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อ่านทีละแถว Admin จัดการผู้ใช้ ภาพรวม และ Log ส่วนงานบอทยังตรวจเจ้าของ</a:t>
            </a:r>
          </a:p>
          <a:p xmlns:a="http://schemas.openxmlformats.org/drawingml/2006/main">
            <a:r>
              <a:t>Support ในระบบนี้หมายถึงคนดูแลบัญชี เข้าหน้าจัดการผู้ใช้งาน ไม่ใช่ role สำหรับตอบแชท</a:t>
            </a:r>
          </a:p>
          <a:p xmlns:a="http://schemas.openxmlformats.org/drawingml/2006/main">
            <a:r>
              <a:t>User เป็นเจ้าของบอท ใช้เมนูสินค้าและแชทรวมของตัวเอง</a:t>
            </a:r>
          </a:p>
          <a:p xmlns:a="http://schemas.openxmlformats.org/drawingml/2006/main">
            <a:r>
              <a:t>ดังนั้น Demo ต้องให้เจ้าของบอทหรือ Admin เจ้าของบอทตอบแชท ไม่ใช้บัญชี Support</a:t>
            </a:r>
          </a:p>
          <a:p xmlns:a="http://schemas.openxmlformats.org/drawingml/2006/main">
            <a:r>
              <a:t>ส่งต่อ: Backend บังคับสิทธิ์นี้ซ้ำทุกคำขอที่เกี่ยวข้อง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src/app/constants/chat.ts; api/auth.py require_shop_operator, assert_bot_access, visible_bots_query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ชี้แถว Web และ LINE แยกกัน แล้วมารวมที่ Router ก่อนแยกไปงานข้อมูลหรือ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ชี้เลข 1 Backend รับคำขอจาก Web หรือ webhook ของ LINE</a:t>
            </a:r>
          </a:p>
          <a:p xmlns:a="http://schemas.openxmlformats.org/drawingml/2006/main">
            <a:r>
              <a:t>เลข 2 คำขอ Web ตรวจ JWT บัญชีและสิทธิ์ ส่วน LINE ตรวจ signature</a:t>
            </a:r>
          </a:p>
          <a:p xmlns:a="http://schemas.openxmlformats.org/drawingml/2006/main">
            <a:r>
              <a:t>เลข 3 Router เรียกงาน เช่น จัดการบอท เอกสาร หรือแชท</a:t>
            </a:r>
          </a:p>
          <a:p xmlns:a="http://schemas.openxmlformats.org/drawingml/2006/main">
            <a:r>
              <a:t>เลข 4 อ่านเขียนข้อมูล เรียก RAG แล้วส่งผลกลับ</a:t>
            </a:r>
          </a:p>
          <a:p xmlns:a="http://schemas.openxmlformats.org/drawingml/2006/main">
            <a:r>
              <a:t>ไม่ต้องอ่านทุก endpoint ในช่วงนี้ รายชื่ออยู่ภาคผนวก</a:t>
            </a:r>
          </a:p>
          <a:p xmlns:a="http://schemas.openxmlformats.org/drawingml/2006/main">
            <a:r>
              <a:t>ส่งต่อ: ระบบเก็บข้อมูลสามชนิดในคนละส่วน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api/main.py; api/auth.py; api/routers/*.py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เริ่มที่ ScopeBot กลางภาพ แล้วชี้ซ้าย ขวา ล่าง ตามชนิดข้อมูล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อธิบายจากซ้ายไปขวา PostgreSQL เก็บผู้ใช้ บอท metadata เอกสารและประวัติ ผ่าน SQLAlchemy</a:t>
            </a:r>
          </a:p>
          <a:p xmlns:a="http://schemas.openxmlformats.org/drawingml/2006/main">
            <a:r>
              <a:t>ChromaDB เก็บข้อความย่อยกับ embeddings โดยแยก directory ตาม bot_id ไม่ใช่ PostgreSQL คนละฐานต่อบอท</a:t>
            </a:r>
          </a:p>
          <a:p xmlns:a="http://schemas.openxmlformats.org/drawingml/2006/main">
            <a:r>
              <a:t>Document Storage เก็บไฟล์ต้นฉบับและไฟล์สำหรับนำเข้า</a:t>
            </a:r>
          </a:p>
          <a:p xmlns:a="http://schemas.openxmlformats.org/drawingml/2006/main">
            <a:r>
              <a:t>ส่งต่อ: ดูเฉพาะความสัมพันธ์ฐานข้อมูลที่เกี่ยวกับบอทก่อน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api/database.py; api/models.py; rag/ingest.py;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อ่าน users บนสุด แตกไป bots กับ documents แล้วดูตารางเชื่อมด้านล่าง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users เป็นเจ้าของ bots และ documents ได้หลายรายการ จึงเป็น 1 ต่อหลาย</a:t>
            </a:r>
          </a:p>
          <a:p xmlns:a="http://schemas.openxmlformats.org/drawingml/2006/main">
            <a:r>
              <a:t>bots และ documents เชื่อมผ่าน bot_documents บอทหนึ่งใช้หลายเอกสาร และเอกสารเดียวผูกกับหลายบอทได้</a:t>
            </a:r>
          </a:p>
          <a:p xmlns:a="http://schemas.openxmlformats.org/drawingml/2006/main">
            <a:r>
              <a:t>นี่เป็นส่วนความสัมพันธ์ด้านความรู้ ส่วน conversations ผูกกับ bot และ live_sessions ผูกกับ bot โดย live_messages ผูกกับ session</a:t>
            </a:r>
          </a:p>
          <a:p xmlns:a="http://schemas.openxmlformats.org/drawingml/2006/main">
            <a:r>
              <a:t>ส่งต่อ: ต่อไปนำเอกสารเหล่านี้มาเตรียมให้ AI ค้นหา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ชี้เอกสาร 1 ตามลูกศรไปข้อความย่อย 2, BGE-M3 3 และ ChromaDB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 1 ถึง 4 ผู้ใช้ส่งเอกสาร ระบบอ่านและแบ่งข้อความ BGE-M3 แปลงข้อความย่อยเป็น embeddings แล้ว ChromaDB เก็บไว้แยกตามบอท</a:t>
            </a:r>
          </a:p>
          <a:p xmlns:a="http://schemas.openxmlformats.org/drawingml/2006/main">
            <a:r>
              <a:t>ขั้นนี้เป็นการเตรียมดัชนีความรู้ ไม่ใช่ฝึกโมเดลภาษาใหม่ และยังไม่ใช่ขั้นตอบคำถาม</a:t>
            </a:r>
          </a:p>
          <a:p xmlns:a="http://schemas.openxmlformats.org/drawingml/2006/main">
            <a:r>
              <a:t>ส่งต่อ: เมื่อผู้ใช้ถาม ระบบใช้ดัชนีนี้อย่างไร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rag/ingest.py; rag/document_loader.py; rag/chunker.py; api/routers/documents.py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เริ่มคำถามซ้ายบน ค้นกับ ChromaDB ด้านล่าง แล้วส่ง context ไป Ollama และคำตอบ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75 วินาที</a:t>
            </a:r>
          </a:p>
          <a:p xmlns:a="http://schemas.openxmlformats.org/drawingml/2006/main">
            <a:r>
              <a:t>ชี้ 1 คำถามใหม่และบริบทคำถามล่าสุดช่วยให้เข้าใจคำถามต่อเนื่อง</a:t>
            </a:r>
          </a:p>
          <a:p xmlns:a="http://schemas.openxmlformats.org/drawingml/2006/main">
            <a:r>
              <a:t>ชี้ 2 ตัว embedding แปลงคำค้นเพื่อหา chunks ที่ใกล้เคียงใน ChromaDB และกรองตาม distance</a:t>
            </a:r>
          </a:p>
          <a:p xmlns:a="http://schemas.openxmlformats.org/drawingml/2006/main">
            <a:r>
              <a:t>ชี้ 3 เอาข้อความที่ค้นได้เป็น context ส่งให้ Ollama พร้อมคำสั่งและประวัติ</a:t>
            </a:r>
          </a:p>
          <a:p xmlns:a="http://schemas.openxmlformats.org/drawingml/2006/main">
            <a:r>
              <a:t>ชี้ 4 คืนคำตอบพร้อมชื่อไฟล์และ snippet ให้ Web ส่วน LINE ส่งเป็นข้อความตาม router</a:t>
            </a:r>
          </a:p>
          <a:p xmlns:a="http://schemas.openxmlformats.org/drawingml/2006/main">
            <a:r>
              <a:t>ChromaDB เชื่อมที่การค้นหา ไม่ได้เป็นเส้นลัดเข้าโมเดล</a:t>
            </a:r>
          </a:p>
          <a:p xmlns:a="http://schemas.openxmlformats.org/drawingml/2006/main">
            <a:r>
              <a:t>ส่งต่อ: ดูคำถามเดียวกันในลำดับเวลาตั้งแต่ส่งจนตอบ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rag/rag_pipeline.py; rag/retriever.py; src/app/hooks/useChatSession.ts; api/routers/line_webhook.py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หัวคอลัมน์เป็นผู้เกี่ยวข้อง เวลาเดินจากบนลงล่างตามเลข 1–5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ชี้หัวคอลัมน์ Web FastAPI และ RAG ก่อน แล้วอ่านจากบนลงล่าง</a:t>
            </a:r>
          </a:p>
          <a:p xmlns:a="http://schemas.openxmlformats.org/drawingml/2006/main">
            <a:r>
              <a:t>1 Web ส่งคำถามและ session 2 FastAPI เรียก RAG หลังตรวจสิทธิ์ 3 RAG คืนคำตอบจากเอกสาร 4 Backend บันทึก conversation 5 ส่งคำตอบกลับ Web</a:t>
            </a:r>
          </a:p>
          <a:p xmlns:a="http://schemas.openxmlformats.org/drawingml/2006/main">
            <a:r>
              <a:t>หน้านี้เป็น sequence แบบย่อ รายละเอียดค้นหาและ LLM อยู่หน้าก่อน</a:t>
            </a:r>
          </a:p>
          <a:p xmlns:a="http://schemas.openxmlformats.org/drawingml/2006/main">
            <a:r>
              <a:t>ส่งต่อ: อีกเส้นทางหนึ่งเกิดเมื่อบอทตอบไม่ได้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api/routers/chat.py;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อ่านวงจรตามเข็มนาฬิกาจาก bot ไป waiting และ human แล้วกลับ bot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อ่านตามเลข 1 ถึง 4 bot ตอบจากเอกสาร เมื่อเข้า handoff จะรอใน waiting พอคนตอบครั้งแรกจึงเปลี่ยนเป็น human หลังจบงานกลับ bot และปิด active session</a:t>
            </a:r>
          </a:p>
          <a:p xmlns:a="http://schemas.openxmlformats.org/drawingml/2006/main">
            <a:r>
              <a:t>Web ที่ไม่พบคำตอบแสดงปุ่มให้เลือกติดต่อเจ้าหน้าที่ ส่วน LINE สามารถเข้าสู่คิวอัตโนมัติ</a:t>
            </a:r>
          </a:p>
          <a:p xmlns:a="http://schemas.openxmlformats.org/drawingml/2006/main">
            <a:r>
              <a:t>คนตอบคือเจ้าของบอทหรือ Admin ที่เป็นเจ้าของ ไม่ใช่ role Support ของแพลตฟอร์ม</a:t>
            </a:r>
          </a:p>
          <a:p xmlns:a="http://schemas.openxmlformats.org/drawingml/2006/main">
            <a:r>
              <a:t>ส่งต่อ: ทั้งสองช่องทางเชื่อมผ่าน deployment เดียวกัน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api/routers/chat.py; api/routers/live_chat.py; api/routers/line_webhook.py; api/auth.py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อ่านทางเข้าซ้ายบน ผ่าน Tunnel และ Nginx จากนั้นแยกไฟล์เว็บกับ API แล้วดูบริการด้านล่าง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อ่านซ้ายไปขวา Browser และ LINE ส่ง HTTPS เข้า Tunnel จากนั้นไป Nginx</a:t>
            </a:r>
          </a:p>
          <a:p xmlns:a="http://schemas.openxmlformats.org/drawingml/2006/main">
            <a:r>
              <a:t>Nginx ให้ไฟล์ React กับ browser ส่วนเส้นทาง /api/ ส่งไป FastAPI รวม webhook</a:t>
            </a:r>
          </a:p>
          <a:p xmlns:a="http://schemas.openxmlformats.org/drawingml/2006/main">
            <a:r>
              <a:t>FastAPI ติดต่อ PostgreSQL และ volume เอกสารกับ ChromaDB ภายใน deployment ส่วน Ollama รันบน host ตาม compose</a:t>
            </a:r>
          </a:p>
          <a:p xmlns:a="http://schemas.openxmlformats.org/drawingml/2006/main">
            <a:r>
              <a:t>ส่งต่อ: ต่อไปคือแผนดำเนินงานและส่วนที่ใช้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docker-compose.yml; docker-compose.tunnel.yml; deploy/nginx.conf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อ่านหมุดเวลาซ้ายไปขวา ช่วงกันยายนและตุลาคมเป็นแผนที่ต้องยืนยันสถานะ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50 วินาที</a:t>
            </a:r>
          </a:p>
          <a:p xmlns:a="http://schemas.openxmlformats.org/drawingml/2006/main">
            <a:r>
              <a:t>แผนเดิมเริ่มมีนาคมออกแบบ เมษายนถึงพฤษภาคมพัฒนาแกนหลัก มิถุนายนถึงสิงหาคมปรับระบบ กันยายนเตรียม Demo และ UAT ตุลาคมเตรียมส่งมอบ</a:t>
            </a:r>
          </a:p>
          <a:p xmlns:a="http://schemas.openxmlformats.org/drawingml/2006/main">
            <a:r>
              <a:t>รายการนี้เป็นแผนจากเอกสารเดิม ต้องอัปเดตสถานะกับทีม ไม่อ้างว่า UAT ผ่านแล้ว</a:t>
            </a:r>
          </a:p>
          <a:p xmlns:a="http://schemas.openxmlformats.org/drawingml/2006/main">
            <a:r>
              <a:t>ส่งต่อ: ต่อไปสาธิตตามเส้นทางที่เตรียม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ScopeBot.pdf.pdf หน้า 12 แผนงานเดิม; git log ยืนยันงานที่ปรากฏใน repository ถึง 4 ก.ย.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ชี้ 1–3 แถวบน แล้วลงมาที่ 4–5 แถวล่าง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4 นาที</a:t>
            </a:r>
          </a:p>
          <a:p xmlns:a="http://schemas.openxmlformats.org/drawingml/2006/main">
            <a:r>
              <a:t>ก่อนเริ่ม เปิดบัญชีเจ้าของบอทที่อนุมัติแล้ว บอท active และประมวลผลเอกสารพร้อมใช้งาน</a:t>
            </a:r>
          </a:p>
          <a:p xmlns:a="http://schemas.openxmlformats.org/drawingml/2006/main">
            <a:r>
              <a:t>1 เลือกบอทและเอกสาร 2 ถามเรื่องที่อยู่ในเอกสาร 3 เปิดชื่อไฟล์กับข้อความอ้างอิงบน Web 4 ขอคุยเจ้าหน้าที่จาก LINE หรือ Web 5 เจ้าของบอทตอบในแชทรวมและจบ session</a:t>
            </a:r>
          </a:p>
          <a:p xmlns:a="http://schemas.openxmlformats.org/drawingml/2006/main">
            <a:r>
              <a:t>ใช้ข้อมูลสาธิตที่ไม่มีข้อมูลส่วนบุคคล ซ้อมเส้นทางนี้ก่อนวันจริง</a:t>
            </a:r>
          </a:p>
          <a:p xmlns:a="http://schemas.openxmlformats.org/drawingml/2006/main">
            <a:r>
              <a:t>ส่งต่อ: สรุปภาพการทำงานทั้งหมด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src/app/components/chat/BotsPage.tsx; src/app/components/admin/UnifiedChat.tsx; api/routers/live_chat.py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วิธีชี้ภาพ: เริ่มคำถามทางซ้าย ผ่านการค้น แล้วแตกเป็นตอบจากเอกสารหรือส่งต่อคน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 45 วินาที</a:t>
            </a:r>
          </a:p>
          <a:p xmlns:a="http://schemas.openxmlformats.org/drawingml/2006/main">
            <a:r>
              <a:t>คำถามเข้ามาทาง Web หรือ LINE แล้ว FastAPI เรียก RAG ค้นเอกสาร ถ้ามีข้อมูลก็สร้างคำตอบและส่งกลับ ถ้าไม่มีคำตอบจะเสนอหรือเริ่มการส่งต่อคนตามช่องทาง</a:t>
            </a:r>
          </a:p>
          <a:p xmlns:a="http://schemas.openxmlformats.org/drawingml/2006/main">
            <a:r>
              <a:t>ชี้สองทางเลือกให้เห็นว่าความรู้จากเอกสารและเจ้าของบอททำงานร่วมกัน</a:t>
            </a:r>
          </a:p>
          <a:p xmlns:a="http://schemas.openxmlformats.org/drawingml/2006/main">
            <a:r>
              <a:t>ขอบคุณและเปิดรับคำถาม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README.md; api/main.py;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9a4b9d1e746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b23851838c4ccd" /><Relationship Type="http://schemas.openxmlformats.org/officeDocument/2006/relationships/slideLayout" Target="/ppt/slideLayouts/slideLayout1.xml" Id="R9d312692877245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312692877245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6d51f3f174734" /><Relationship Type="http://schemas.openxmlformats.org/officeDocument/2006/relationships/notesSlide" Target="/ppt/notesSlides/notesSlide1.xml" Id="R5cbdb40e3d224d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9916d89804108" /><Relationship Type="http://schemas.openxmlformats.org/officeDocument/2006/relationships/notesSlide" Target="/ppt/notesSlides/notesSlide2.xml" Id="R0448048384de41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416f545584e3a" /><Relationship Type="http://schemas.openxmlformats.org/officeDocument/2006/relationships/notesSlide" Target="/ppt/notesSlides/notesSlide3.xml" Id="R9856da13803a46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fc10dfbe84759" /><Relationship Type="http://schemas.openxmlformats.org/officeDocument/2006/relationships/notesSlide" Target="/ppt/notesSlides/notesSlide4.xml" Id="Rc808b078c7db47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239e981af417e" /><Relationship Type="http://schemas.openxmlformats.org/officeDocument/2006/relationships/notesSlide" Target="/ppt/notesSlides/notesSlide5.xml" Id="R98193a14c11644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8ab93d5864a9f" /><Relationship Type="http://schemas.openxmlformats.org/officeDocument/2006/relationships/notesSlide" Target="/ppt/notesSlides/notesSlide6.xml" Id="Rf28bb296bf3d43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471fa33a14551" /><Relationship Type="http://schemas.openxmlformats.org/officeDocument/2006/relationships/notesSlide" Target="/ppt/notesSlides/notesSlide7.xml" Id="R0e3e8a7ef14b43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ac40dc15543f5" /><Relationship Type="http://schemas.openxmlformats.org/officeDocument/2006/relationships/notesSlide" Target="/ppt/notesSlides/notesSlide8.xml" Id="R6f37fae742c74f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ea3e7aa404e28" /><Relationship Type="http://schemas.openxmlformats.org/officeDocument/2006/relationships/notesSlide" Target="/ppt/notesSlides/notesSlide9.xml" Id="Re7b91155d0024c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327b311f04251" /><Relationship Type="http://schemas.openxmlformats.org/officeDocument/2006/relationships/notesSlide" Target="/ppt/notesSlides/notesSlide10.xml" Id="R81dd9b16c1784d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70248aec44c83" /><Relationship Type="http://schemas.openxmlformats.org/officeDocument/2006/relationships/notesSlide" Target="/ppt/notesSlides/notesSlide11.xml" Id="R11e1457c8f254c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f9a7be6324074" /><Relationship Type="http://schemas.openxmlformats.org/officeDocument/2006/relationships/notesSlide" Target="/ppt/notesSlides/notesSlide12.xml" Id="R50c6b91e992545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4476f30674d05" /><Relationship Type="http://schemas.openxmlformats.org/officeDocument/2006/relationships/notesSlide" Target="/ppt/notesSlides/notesSlide13.xml" Id="R4ae544ea702041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de71638e5483c" /><Relationship Type="http://schemas.openxmlformats.org/officeDocument/2006/relationships/notesSlide" Target="/ppt/notesSlides/notesSlide14.xml" Id="R2ad9daf381b740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9fb3481834fda" /><Relationship Type="http://schemas.openxmlformats.org/officeDocument/2006/relationships/notesSlide" Target="/ppt/notesSlides/notesSlide15.xml" Id="Rd4ceb8803f7d41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68D2BC-304E-4F4A-ADC5-CB631C6A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CBF90-16C6-4FB7-BBEE-D15E7683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047C9-9E3A-4049-8B64-8583255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095500" cy="209550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B4E6F-1EDD-450A-91B3-44CCBD7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เอกสาร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1AD10-B608-48D1-8192-1387518A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57500" cy="2857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943C0-560C-4C4D-9187-D7F7E5BA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66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A0C2E-F1DB-4B00-B44E-2B2D6832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050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0942E-3A00-4DEC-B590-55DDD926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002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D6094-D337-475E-B07C-BF5C3254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4812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67D5A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B3E53-BA86-489B-9D51-CE369FCF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4337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99EF2-6913-48D0-8D2B-F5A7DF49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8EF0E-4045-4406-89EF-630BCC4A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715578" y="3429477"/>
            <a:ext cx="1951672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DDD08-CC1D-476F-8087-AC66585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8AA9C-4AF8-46BF-879E-F9101562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25703" y="3429477"/>
            <a:ext cx="9515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54606-3ADF-48EC-AB2D-2535471E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0EE5D-0592-4ABD-9D9A-11BB193C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" name=""/>
          <p:cNvCxnSpPr>
            <a:stCxn xmlns:a="http://schemas.openxmlformats.org/drawingml/2006/main" id="17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8477727" y="2477453"/>
            <a:ext cx="0" cy="9515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BE9DA-EDF9-41D9-91CE-3FD1E3B3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7EC25-5E89-47A1-A2A1-32913C8A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7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78203" y="2476977"/>
            <a:ext cx="903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241B0-E6F0-4A1B-A9B0-EC5251F2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49DCD3-4C7E-4264-826C-B23F4329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25703" y="3429477"/>
            <a:ext cx="9515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23924F-9830-44D0-9EC3-3796C4B6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54AAC4-4F51-4C2D-B6B7-5A66E1DC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9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477727" y="3429953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98A5D-FE0F-4E06-B57A-A6324833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9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1C4E9-90BF-40C0-AF0C-109964C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19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478203" y="4620102"/>
            <a:ext cx="903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E8BA4-C3D6-40E9-9B2F-8927CD02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แหล่งความรู้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4A487E-50FC-4CD6-AD37-E23B87AC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48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ค้นก่อนตอบ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FA4D76-BB16-46E0-9BA6-F5D9F87B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ระบบตอบคำถามจากเอกสารผ่าน Web และ LINE</a:t>
            </a:r>
          </a:p>
        </p:txBody>
      </p:sp>
    </p:spTree>
    <p:extLst>
      <p:ext uri="{BB962C8B-B14F-4D97-AF65-F5344CB8AC3E}">
        <p14:creationId xmlns:p14="http://schemas.microsoft.com/office/powerpoint/2010/main" val="1953458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FA68D0-75B6-4606-8055-795BB1E7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ภาพรวมระบบ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2BB3A-2C0C-4C69-9396-6B24032D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1AD1A-E76C-40B9-A5D3-623F8EBA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952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4B51B-1EC8-4569-B2FD-54C82F7F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76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0E442-DEF9-44DE-9565-0D51CD50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1952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67D5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E561E-24C0-49AD-94AD-075BD5D2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176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1E2FE-9A07-4FBB-9F14-75FC7ED9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2571750" cy="2000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8D5C9-CC32-455B-8B88-45BC123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CB2EB-B00F-484C-ACF6-97A54DB5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66875"/>
            <a:ext cx="2524125" cy="13811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5FEEE-9DB3-4AFD-A6C1-06C268C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2333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70C88-DAAD-43AE-AE72-C49FCF7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43375"/>
            <a:ext cx="2524125" cy="13811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CA81B-347C-4B63-9BC9-42EECDCC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38625"/>
            <a:ext cx="2333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RAG +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6D82A-1591-450E-8486-4A0B209C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52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1BDA3-16BC-40A1-8777-0E30CA22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572703" y="2448402"/>
            <a:ext cx="951547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081FC-68A7-4675-81AC-18194649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96DB9-D955-4729-8CF9-C6054D10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524727" y="2448878"/>
            <a:ext cx="0" cy="10277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4D885-8DD0-4C55-B707-1F0D4E97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1653D-3B7F-40C8-A22F-B3C6F913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525203" y="3477102"/>
            <a:ext cx="9991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44A56-4B32-45B9-84DA-B9B8BB3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481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DA74E-8975-48D3-970A-4908B288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2572703" y="4543902"/>
            <a:ext cx="951547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8C621-4422-47EC-A54B-51223885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248239-D2E6-4ED0-A969-F322BF18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25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3524727" y="3477578"/>
            <a:ext cx="0" cy="10658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97E67-82E4-47FD-9C2D-7D0EA618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92B76-F315-4220-A09F-57FD12F9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525203" y="3477102"/>
            <a:ext cx="9991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69D915-F8FC-442E-819D-24013B65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278C8F-F6D9-4350-9D13-78ED1ACD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097078" y="3477102"/>
            <a:ext cx="9991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F479D9-9D86-42CA-965B-9A45634D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5F0E44-9300-489E-985F-E078BE9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34" idx="0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8096727" y="2353628"/>
            <a:ext cx="0" cy="11229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E8ED94-36D3-4FBC-9D0A-71C48A54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28A6F1-9A5D-4451-9873-C5D1B318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57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097203" y="2353152"/>
            <a:ext cx="1046797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262DC6-B8DE-4814-A836-248F3B18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652D71-ED67-421D-918B-3DD0CDA2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097078" y="3477102"/>
            <a:ext cx="9991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DB295C-F44C-4E91-86AC-79F54E90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899F23-0C60-4150-AACC-3CBC139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8096727" y="3477578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9365D2-9344-497A-AB8B-BF115778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EC5DE5-DC20-411F-8BE1-E8E50476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33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097203" y="4829652"/>
            <a:ext cx="1046797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CC8572-64CB-4FBD-88C6-260BD317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E60FB2-7B29-42EE-9A97-19DA2D77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60F07D-95C2-4640-8286-B31B73AD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09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8A4811-8AF0-4B8D-BB6E-49119101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050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92C921-FABB-4C1B-9EA6-1F626D8E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095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5DDC30-6145-4409-9B69-659C03D0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1906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EF4569-425C-46BD-B78A-08CD659F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76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36D1CD-E31B-4B1D-A2E1-49B62CF3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718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249B68-7E88-40BC-A777-BDE6B8F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จัดการคำขอ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D9C875-73C9-4131-BBAF-F3E04B4B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คำตอบกลับผ่าน FastAPI ไปยังช่องทางเดิม</a:t>
            </a:r>
          </a:p>
        </p:txBody>
      </p:sp>
    </p:spTree>
    <p:extLst>
      <p:ext uri="{BB962C8B-B14F-4D97-AF65-F5344CB8AC3E}">
        <p14:creationId xmlns:p14="http://schemas.microsoft.com/office/powerpoint/2010/main" val="1810248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9C5EF0-3D64-4A85-AAA2-A2D32445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6A62E-847F-4236-9C04-67EB4072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399C0-871C-4DD0-BD13-F1953723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69C3A-6166-4AF7-A8CF-7780058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57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EB7C2-5105-4AAC-A40A-CF0135F0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286000" cy="2000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DE3A1-2494-486D-9DA7-AD6E5A23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React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B4BD9-C80C-4236-9BE7-3A0DFE65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4603E-47BC-4C7B-AB1A-B30B73EA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34578" y="3381852"/>
            <a:ext cx="11896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F5AAA-D817-4DB6-987C-3B5F8EF9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2524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7F4D7-A1F9-45EE-8480-F0CB4659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บอท + เอกสาร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D64D8-7C85-4A4E-B7A8-E934EC4C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2524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89570-1A9D-41C2-A789-9B896CF0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9087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แชท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015B6-1947-40D5-B0E2-C911ED4A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24375"/>
            <a:ext cx="2524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22E7E-5838-44DC-AA06-EB62528E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จัดการบัญชี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A73C7-DEDA-45AA-A8CC-1C865CE6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C76FA-3EA5-4226-9480-033188DA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11203" y="3381852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D9B94-C847-4402-A94A-770A14FE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A6A1A-F75C-4E42-AD43-0A023B07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19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9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6525102" y="2120266"/>
            <a:ext cx="0" cy="126110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234EF-C082-441C-BC8B-FA6D23F7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19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C52BC-65E9-4C25-B6C6-EA8FCA67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9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525578" y="2119790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1FD7F-3614-4C77-A2CE-7AED8309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63E9D-A015-4B4C-B8FD-E193D18F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811203" y="3381852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6E02C-FE97-44C0-A517-26AC0FEF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AB2938-13DC-4E5C-BB47-97ED1975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48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6525102" y="3382328"/>
            <a:ext cx="0" cy="16573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5E9F24-F279-48C3-A640-CEAB1AC8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48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2B2F41-408B-4B90-9773-B379206C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8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525578" y="3548540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FD27F5-387E-4E65-A92C-E24BD2D0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77B97-E1B5-44AE-B9F2-C92E5A5A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811203" y="3381852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758679-CA8D-41EB-A26B-67B0B38E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247852-0ACC-4256-B705-192282CA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76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525102" y="3382328"/>
            <a:ext cx="0" cy="159448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8ACDE6-3A67-44A4-B10C-CE9BC2C4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76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631B14-E245-4E7C-B125-7BDF3B04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76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525578" y="4977290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DA6C05-1998-446A-B14B-02B384A3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14625"/>
            <a:ext cx="1047750" cy="1333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36D58A-3EE7-43F3-B11C-23667987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09875"/>
            <a:ext cx="85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1D2CFD-ADC1-4044-BC72-D8CB8A7F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19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30F3B2-DD50-4662-A051-E2266383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119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9764078" y="2119790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7F837E-005D-43ED-B5DD-089A5A6F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119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84445F-8723-4C96-BE28-92BFF331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10239852" y="2120266"/>
            <a:ext cx="0" cy="126110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C8029C-BDB5-413B-806A-CF008214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FC3AAB-1AD3-4B73-B11C-85634BC5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0240328" y="3381852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A79E17-0B96-4A7F-BC8E-F09C221C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48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38A9C8-4F1E-4720-8466-79F2FBD6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48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9764078" y="3548540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CED56D-654F-41F1-B0EC-67B5F1E5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48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21EF25-C1E3-413B-841D-67267122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57" idx="0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10239852" y="3382328"/>
            <a:ext cx="0" cy="16573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62704E-73F1-4B74-AAD0-47DE5388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88D470-ED22-4C77-AB6B-E80FC584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10240328" y="3381852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2A52D2-DB96-4440-8670-B425EA6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76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05EA7D-5354-4BB8-92AA-03C57CFB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76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9764078" y="4977290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3D6FAE-2623-43EB-8E88-AC9682C2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76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C51CF1-7471-4621-B063-B67356D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66" idx="0"/>
            <a:endCxn xmlns:a="http://schemas.openxmlformats.org/drawingml/2006/main" id="67" idx="2"/>
          </p:cNvCxnSpPr>
          <p:nvPr/>
        </p:nvCxnSpPr>
        <p:spPr>
          <a:xfrm xmlns:a="http://schemas.openxmlformats.org/drawingml/2006/main" flipV="1">
            <a:off x="10239852" y="3382328"/>
            <a:ext cx="0" cy="159448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529588-E5FE-49DA-AC6C-CBC4CE72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4F8097-499F-4D4D-90CE-DF72DEB7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0240328" y="3381852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6F43AD-F1BF-4443-9EFA-06C62A73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910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AuthContext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A8968C-6799-4D09-9DA8-51D562B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19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Vite + Tailwind CSS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E5BEA91-6322-4071-AA54-C4316145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เมนูเปลี่ยนตามสิทธิ์  /  คำขอส่งพร้อม JWT</a:t>
            </a:r>
          </a:p>
        </p:txBody>
      </p:sp>
    </p:spTree>
    <p:extLst>
      <p:ext uri="{BB962C8B-B14F-4D97-AF65-F5344CB8AC3E}">
        <p14:creationId xmlns:p14="http://schemas.microsoft.com/office/powerpoint/2010/main" val="570039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E5CA3-9D54-42E9-B169-79284F48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ใครเข้าถึงอะไร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CC091-1701-414B-B55C-70C0E95C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48752-56B1-4A8F-A010-B18FE558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2143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D4489-7090-42CA-9959-A1FB135B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D85E3-1661-494D-AE62-BE3AC474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6687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464BB-7BB7-486C-942B-4D61D32F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ผู้ใช้ + ภาพรวม +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682C6-4C40-4FC0-B5EA-E9CBEB47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66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F4577-A4F9-4239-934B-08394904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66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96578" y="2167415"/>
            <a:ext cx="29517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C6443-EF61-4AC1-8971-424B9EE9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143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06697-8B2C-4CB4-AC2D-B56E077A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C0B05-A45D-4C59-BA55-F1D7926B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C4DA5-E0DF-46E8-B8FD-39905180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จัดการผู้ใช้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23529-E0FB-44F1-AE3D-F6A01A6D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48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5C356-5088-4771-A01C-465A2033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48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96578" y="3548540"/>
            <a:ext cx="29517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FBA4A-98E9-471E-9870-CC603466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143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240B0-8EB9-4025-91AA-FDC697AC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28820-CC9D-4A5B-9477-A4A09D70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2912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E0D3D-D659-4912-939E-77DCF478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24375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บอท + เอกสาร + แชท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002D3-8522-4F96-97AF-2BA979E3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291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5AC24-D07F-4186-93A2-4E709BE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291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096578" y="4929665"/>
            <a:ext cx="29517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D0B88-1A41-417A-A295-34DBB053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งานบอทและ Live Chat ตรวจเจ้าของบอท แม้เป็น Admin</a:t>
            </a:r>
          </a:p>
        </p:txBody>
      </p:sp>
    </p:spTree>
    <p:extLst>
      <p:ext uri="{BB962C8B-B14F-4D97-AF65-F5344CB8AC3E}">
        <p14:creationId xmlns:p14="http://schemas.microsoft.com/office/powerpoint/2010/main" val="1401081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AAA5C9-887C-4077-BD0B-CE9E00C8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Backend รับคำขออย่างไร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7C8D2-D639-4D5F-82A1-DF6C4804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8660C-71E2-4110-A6E6-0E625330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571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3F84F-8D48-4A40-AFCF-3A90B01F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38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EA09F-7B18-4736-86E0-971D2406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1571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67D5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01981-50A4-474B-BB8E-36C102A6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38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77831-DC95-4A8A-98AA-A00EB330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71625"/>
            <a:ext cx="219075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295BD-AB49-4D18-8EBE-E0351C85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66875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JWT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5DE26-B1DD-4753-B672-0F9C83F0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57625"/>
            <a:ext cx="219075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67D5A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B6B96-7D6B-4BEB-8CBC-62116240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52875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Signature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5D529-A5BC-4032-B6DC-E65FB524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57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2D838-6EF9-40B0-B651-55776E99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096453" y="2334102"/>
            <a:ext cx="1094422" cy="238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14E68-834B-4BA2-BB16-B341D3CB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07F92-4355-46C8-8E14-C2131DA7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19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096453" y="4596290"/>
            <a:ext cx="1094422" cy="238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84F38-91AE-42AE-ADA6-E91E60E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2095500" cy="1714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03A5F-6DD3-42BD-86D6-ABAD1D63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190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Router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EA283-5D11-4417-80AE-1C4D6F83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92F16-A03D-493F-81CC-E711109D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82578" y="2334102"/>
            <a:ext cx="6657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F3EBD-39A4-4A6B-BFEE-979B8B75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95A49-37D4-4E57-BFCB-1D9BCE8C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48852" y="2334578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407FC-9CD4-4DD9-BDA4-8E8F3527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506DAE-FFEB-4BE2-8270-3A7D86ED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049328" y="347710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054DC-EA8C-422C-9DF0-ED0E736B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19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06867-A072-4610-8017-E9E35010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19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382578" y="4620102"/>
            <a:ext cx="6657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16F41-7D99-4233-AF03-069FF5BC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19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EE010-4C52-4007-AF45-54CE22FD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31" idx="0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V="1">
            <a:off x="6048852" y="3477578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E0A36E-B097-456A-A351-0A1FFDB8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B3ADF1-5B57-41EA-9CF9-4D062EEB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049328" y="347710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B68191-9DB4-409B-A5BB-2D88D850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809750" cy="1143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149FB6-E83E-4CA1-BCBB-69FC338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4787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ข้อมูล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A88917-56EC-461E-9764-2A06ECA5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43375"/>
            <a:ext cx="1809750" cy="1143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69663A-F89E-4965-A319-C443FABD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3862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RAG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1767B8-B64E-437F-9949-DCD89F57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A7ED21-EC06-403C-87BF-67E4A163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763953" y="3477102"/>
            <a:ext cx="5705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8283E7-C842-4C11-BE6B-26D7AFCF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08D8D3-EC52-4B21-8193-B479A1AE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44" idx="0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9334977" y="2525078"/>
            <a:ext cx="0" cy="9515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2C4800-6A5D-4445-8AA2-2C459002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E476D6-40B3-4288-8F7A-9FAB4421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2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9335453" y="2524602"/>
            <a:ext cx="5705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FC42A8-A060-40FF-9A7F-EA1C28AD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0966A0-8DA7-48CB-ACB9-4D66D995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8763953" y="3477102"/>
            <a:ext cx="5705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66A0B7-F6BF-4039-9703-36384977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E4DFE5-23EE-4C68-9546-01A41A22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" name=""/>
          <p:cNvCxnSpPr>
            <a:stCxn xmlns:a="http://schemas.openxmlformats.org/drawingml/2006/main" id="53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9334977" y="3477578"/>
            <a:ext cx="0" cy="12372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5D10E5-5707-437D-91AF-8BC6F169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39EF6C-6772-47ED-A04B-B8E252C7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9335453" y="4715352"/>
            <a:ext cx="5705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04BB15-4580-42B9-8A5F-50FE3980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Python + FastAPI  /  ตรวจสิทธิ์ก่อนเรียกงาน</a:t>
            </a:r>
          </a:p>
        </p:txBody>
      </p:sp>
    </p:spTree>
    <p:extLst>
      <p:ext uri="{BB962C8B-B14F-4D97-AF65-F5344CB8AC3E}">
        <p14:creationId xmlns:p14="http://schemas.microsoft.com/office/powerpoint/2010/main" val="2007220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5A401-6EB2-4E18-AE88-FCA6609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ข้อมูล 3 ส่วน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9E01A-D24F-40EC-85ED-6458C1CC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4BF44-9F40-4177-87FA-4F667878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762250" cy="1666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D1E57-E005-4862-8EE0-C993BABC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76500"/>
            <a:ext cx="257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6B7EC-408A-4281-8F00-7FE13FD0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714625" cy="1905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A23AD-3B01-4B36-9572-969035E9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524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B004A-0E4F-4A5E-BC16-3BAEDDCB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67000" cy="1905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B2610-015C-4146-BCDE-BDB3347A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ChromaDB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DFCDD-FDC2-407C-BF0C-13276CA9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10125"/>
            <a:ext cx="2381250" cy="904875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67D5A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D0515-99C8-4598-99DF-EED5F744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0537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ไฟล์เอกสาร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7883B-31DC-41B5-8FE7-04AC4587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4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9B51A-E38C-4F59-BB7F-7BEC9371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 flipV="1">
            <a:off x="3287078" y="3096102"/>
            <a:ext cx="1332547" cy="1190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F1FB6-628D-4544-8288-B2D83039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14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01CED-BA42-460D-B69F-AEBDC106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382828" y="3096102"/>
            <a:ext cx="1570672" cy="1190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EB5A8-520C-4C1E-9B52-526697F6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6311B-8D15-467E-8FA3-F3C25308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01227" y="4049078"/>
            <a:ext cx="0" cy="7610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0A899-7BBA-49A3-BE85-E267E6F6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บัญชี / บอท / ประวัติ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DCFA4-053A-493C-A643-45904946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86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ข้อความย่อย + เวกเตอร์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14E43-867D-4452-B245-A2EA0F1E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ดัชนี ChromaDB แยกตาม bot_id</a:t>
            </a:r>
          </a:p>
        </p:txBody>
      </p:sp>
    </p:spTree>
    <p:extLst>
      <p:ext uri="{BB962C8B-B14F-4D97-AF65-F5344CB8AC3E}">
        <p14:creationId xmlns:p14="http://schemas.microsoft.com/office/powerpoint/2010/main" val="1923932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DAA4FA-530F-4581-B08D-1364A5C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Database: เจ้าของและความรู้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74816-CBD7-4D5F-91F5-66B97144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8CA8E-4580-4926-949C-D3012A02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7637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A3BFF-7730-4223-9C8B-6AC99046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12920-B75B-462E-848A-0B9D78AC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571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21CFF-1C70-4FA9-B741-D9E6072C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7B951-2CC3-4457-969B-4030B761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571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9B05F-5BE3-48E6-B8BD-5DE556D9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B6AB7-6763-45EA-B0D4-36D5FF3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304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0E83D-609C-4EA7-8EED-0D8F3C3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bot_documents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55590-0B21-44AA-AC73-B93AA84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4A26E-4FDD-4AF5-9311-2FBF22C2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2239328" y="1953102"/>
            <a:ext cx="26660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4F9F4-B8EE-434D-BD28-38D9E69B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F0263-B9EF-456D-A0FC-D617DD1D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238852" y="1953578"/>
            <a:ext cx="0" cy="12372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1B56D-AE95-450E-86A7-5F0BE9A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C3EE8-B089-4E65-931A-1DBDF162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87578" y="1953102"/>
            <a:ext cx="26660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14D13-857F-4C59-BC42-2F5A84BA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761DD-5132-4186-A0EE-B03D09B4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954102" y="1953578"/>
            <a:ext cx="0" cy="12372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998D2-16B8-480C-8C4E-3F3278CC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81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AAAC5-E87F-4F01-9349-7D3F2A30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2238852" y="4382453"/>
            <a:ext cx="0" cy="9705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F85FC-2442-4A09-94CB-5CA16F6F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672992-CD80-4442-A91C-41ED3D18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239328" y="5353527"/>
            <a:ext cx="2332672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EA35F-1B37-4A80-AD33-A4902EE5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81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904F3-B1B6-413E-B106-FACE01FC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9954102" y="4382453"/>
            <a:ext cx="0" cy="9705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28278-1446-4300-826D-C6FFBE36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873EF3-6361-4C93-AF22-75F7EDD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3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7620953" y="5353527"/>
            <a:ext cx="2332672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10E368-DBB1-439E-8248-4F0DA8CE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90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30B9EF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819753-82F9-4291-B685-C26EA4F1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147E8E-447D-44AC-9C9A-C84EA641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292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A5414F-0E7B-4C15-BFE5-F0E5444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4292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N : 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3DBCFF-8665-4E44-A6B2-74FB3F75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81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AC57E8"/>
                </a:solidFill>
                <a:latin typeface="Tahoma"/>
                <a:ea typeface="Tahoma"/>
                <a:cs typeface="Tahoma"/>
              </a:rPr>
              <a:t>N : M</a:t>
            </a:r>
          </a:p>
        </p:txBody>
      </p:sp>
    </p:spTree>
    <p:extLst>
      <p:ext uri="{BB962C8B-B14F-4D97-AF65-F5344CB8AC3E}">
        <p14:creationId xmlns:p14="http://schemas.microsoft.com/office/powerpoint/2010/main" val="1505960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09A8B7-7981-4917-B58A-FE70E63C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เตรียมความรู้ให้บอท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CE2CF-2753-459C-956B-BCD6E596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CC657-9995-47D5-8B02-8176544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952625" cy="209550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80F29-21CB-49DB-9528-5B232883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7621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เอกสาร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8EFBF-F20B-4ABE-905D-02411D90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2047875" cy="1666875"/>
          </a:xfrm>
          <a:prstGeom xmlns:a="http://schemas.openxmlformats.org/drawingml/2006/main" prst="flowChartMultidocument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11B6C-6CC1-4C30-BDDB-FE488328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857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ข้อความ</a:t>
            </a:r>
          </a:p>
          <a:p xmlns:a="http://schemas.openxmlformats.org/drawingml/2006/main">
            <a:pPr algn="ctr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ย่อย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8497B-7D8C-4914-8050-59F758AE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095500" cy="209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A6BD1-EB76-4D4D-8FAA-A6D4EB6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BGE-M3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3A033-20F5-4090-9A07-F8D3D8C1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71750"/>
            <a:ext cx="2238375" cy="20955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02424-618C-415E-A623-05E6AB7F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2047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ChromaDB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6979F-75BF-46BC-8E3C-455DC5F4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5DED1-FB52-452D-BDCD-ADFEED0C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95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525078" y="3596165"/>
            <a:ext cx="903922" cy="238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459FD-5699-41E5-AF11-EF56D34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95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EF1A4-F28A-4292-ACF5-1828EAA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477828" y="3596165"/>
            <a:ext cx="903922" cy="238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3A82E-541C-47B2-BA8A-1DCD398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93A1C-DBA3-44E4-81CC-64C97157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78203" y="3619977"/>
            <a:ext cx="903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CB1A5-FA8F-4D5B-AD02-A1E4915D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31A97-ADD4-4201-BA85-BD1904B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573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CC961-AA92-49A5-860A-82AE442C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F310E-20CC-4BB2-98ED-0D1C4A43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573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0FD21-2936-4AE9-877A-E3EF824F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F9BE5-9FF7-4BE1-9158-03DAD74A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573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78B9AA-737E-440F-B0DD-EF4300E0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19CA0-A6A4-4A30-935B-8EAA4148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573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84F14-AE6A-451A-916E-6CF9665A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อ่านไฟล์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CB0F21-7606-4C01-99F2-444F1D3C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0062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แบ่งข้อความ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4A0301-E3D7-4104-BA8B-193B1ADF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00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สร้างเวกเตอร์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F97720-97E4-4B62-A75F-B54E9608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00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แยกตามบอท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000D7F-33AD-4EA5-81EC-DA88EE90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PDF / DOCX / TXT / CSV</a:t>
            </a:r>
          </a:p>
        </p:txBody>
      </p:sp>
    </p:spTree>
    <p:extLst>
      <p:ext uri="{BB962C8B-B14F-4D97-AF65-F5344CB8AC3E}">
        <p14:creationId xmlns:p14="http://schemas.microsoft.com/office/powerpoint/2010/main" val="17288242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F0C51-59BA-47E2-B397-565FF060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ค้นก่อนตอบ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02E49-A71A-49E0-B53E-D070262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24933-2ACD-48F9-9C4F-002EEA6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905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834E2-A64D-4779-8763-DE8C8B55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71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คำถาม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24E8A-0D89-4939-84EB-7929A605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2190750" cy="17621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AA7C3-F4A8-4E32-A47E-702A1CD6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200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ค้นหา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334A8-BFFC-4CDE-B19D-EDFF563C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2190750" cy="13811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D811E-C9A1-479D-AB54-138698EA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200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ChromaDB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D4ED7-8548-4C39-B594-D246F70A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62125"/>
            <a:ext cx="2190750" cy="15716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6DCDA-FEC6-4347-9EA7-880D512E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57375"/>
            <a:ext cx="200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Ollama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26266-0B5E-40C2-A852-C8087474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5262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67D5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F1177-C78B-4D65-871E-C0A77B20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47875"/>
            <a:ext cx="142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คำตอบ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69CA4-4503-49DB-9128-3045CF89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47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77F81-A27B-4578-B746-7D875BAB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47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429828" y="2548415"/>
            <a:ext cx="11896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F7340-CC3D-48D5-A644-0FB62892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7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C7050-F390-4DB1-A6BC-149F2BD3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47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11203" y="2548415"/>
            <a:ext cx="1284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B8C67-1119-49B4-B815-F23A7A6E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47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93A2E-F3BE-4A3F-A394-5303836C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47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287828" y="2548415"/>
            <a:ext cx="8086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C5FE32-9880-42CA-BD52-356F1913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81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3B2CB-1F16-4F31-B125-DDCAECB9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22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4715352" y="3429953"/>
            <a:ext cx="0" cy="9515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5591C-03DB-4F93-9DF4-A106F987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58162-3473-4BBB-9037-EADEFDDD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BGE-M3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476C6-5096-4DE1-861F-0EA32B82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19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7D5A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7D5AF"/>
                </a:solidFill>
                <a:latin typeface="Tahoma"/>
                <a:ea typeface="Tahoma"/>
                <a:cs typeface="Tahoma"/>
              </a:rPr>
              <a:t>อ้างอิงเอกสาร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E8A496-4599-402C-A7DA-F58DD176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คำถามต่อเนื่องใช้บริบทจากประวัติ</a:t>
            </a:r>
          </a:p>
        </p:txBody>
      </p:sp>
    </p:spTree>
    <p:extLst>
      <p:ext uri="{BB962C8B-B14F-4D97-AF65-F5344CB8AC3E}">
        <p14:creationId xmlns:p14="http://schemas.microsoft.com/office/powerpoint/2010/main" val="1618200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19F028-08A0-4761-8C00-23BB3D45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คำถามหนึ่งครั้ง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DE40C-BB17-4B13-A84B-1CCBDE1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EA951-9A04-4415-B38E-560F8E38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095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B0BC6-98C9-457C-A9E1-1C591E3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6BDA0-55AC-4ED1-B988-BDCA91D8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71C57-FE72-4DBC-A056-D2B2F24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810227" y="2096453"/>
            <a:ext cx="0" cy="37614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4456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57D83-4ED6-4DB0-A89C-7DADAB94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2095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577FE-9C62-495E-8071-4AF8B126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76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81DBB-0E11-4911-BE86-F206D3D6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8B068-86B8-4C7B-9E86-A84889E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477" y="2096453"/>
            <a:ext cx="0" cy="37614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4456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B27B4-0713-46C6-A8A6-F712914B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81125"/>
            <a:ext cx="2095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84080-B2D1-43DA-AEB9-7A09E12A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B5F77-FA40-4409-8EF6-392153F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23E64-2686-4ECB-9732-A8BD772B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0382727" y="2096453"/>
            <a:ext cx="0" cy="37614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4456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857BC-5F2E-4B7F-9A20-35D4F49F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BB5BD-68FB-40DC-8951-581DD531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810703" y="2715102"/>
            <a:ext cx="42852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64C26-CC4B-4D21-A9C5-4A25C6DE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ส่งคำถาม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7BBC0-4211-4DFD-B80F-C6639049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9DB8A-F59B-4D5D-B28F-8F8D86F6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096953" y="3477102"/>
            <a:ext cx="42852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E5241-62E4-4B7F-819E-7224EF67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ค้นและสร้างคำตอบ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A4F27-4143-492A-A715-B1DCB789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8553F-9785-4F55-9937-45BC0081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26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6096953" y="4239102"/>
            <a:ext cx="42852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DEB16-3348-4352-8173-8A9A7E52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คืนผล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A73379-B592-4BAF-8B7C-7316439E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481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4  บันทึกประวัติ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EB6B7-90DD-497F-ABE9-B423400B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7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E15C90-6381-4892-A150-3A2D33CA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1810703" y="5477352"/>
            <a:ext cx="42852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6AE82D-72EC-48FC-A5BF-C7550613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5  แสดงคำตอบ</a:t>
            </a:r>
          </a:p>
        </p:txBody>
      </p:sp>
    </p:spTree>
    <p:extLst>
      <p:ext uri="{BB962C8B-B14F-4D97-AF65-F5344CB8AC3E}">
        <p14:creationId xmlns:p14="http://schemas.microsoft.com/office/powerpoint/2010/main" val="2120692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0EB37-8699-42D0-A67A-F337BEF3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บอทส่งต่อให้คน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2E8DF-0784-41BE-BFC7-72DBDF5A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B793A-CE23-4EAA-AF44-A2D7A608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5D30C-1BFF-4C32-972B-8BE789E9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CEB78-9DAF-4BBF-B43B-9F65F61E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86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FFBF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5C8C9-9344-4BD0-AC75-E080B621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waiting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76C05-A69B-45A2-9853-98C813CB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67D5A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5A008-7039-454A-B6F5-C60FA9DF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human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4A9F6-E42E-47F9-AF69-EE02D833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6E03F-63B2-4C96-A424-12C718D7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58453" y="338185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5258C-3CA4-4E77-A23E-4FEB44CA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27E1A-9BB6-447F-8517-83C76F29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97078" y="338185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431A8-A44E-4F67-9B6E-A28AE010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2887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ขอเจ้าหน้าที่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51773-5CC8-44B8-BE7E-52E51029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7D5A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7D5AF"/>
                </a:solidFill>
                <a:latin typeface="Tahoma"/>
                <a:ea typeface="Tahoma"/>
                <a:cs typeface="Tahoma"/>
              </a:rPr>
              <a:t>คนตอบครั้งแรก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8F3E7-0A42-4707-8998-92B20C86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67A3C-1DA2-4BF4-A653-73E0CA18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239852" y="4477703"/>
            <a:ext cx="0" cy="80867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E5634-E700-4A7F-B6E2-7A3A0403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1ECED7-1203-420A-B9BA-30084D0F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1763078" y="5286852"/>
            <a:ext cx="84762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067A3-11AE-46BA-9EB7-C1995EC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D89B1-3473-46C4-A97A-9488DE15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23" idx="0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1762602" y="4477703"/>
            <a:ext cx="0" cy="80867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AF106-4BF0-40AE-B692-6F42274E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863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จบการสนทนา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B86F4D-E752-4691-8175-023EDA30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Web ให้เลือกส่งต่อ  /  LINE เข้าคิวได้อัตโนมัติ</a:t>
            </a:r>
          </a:p>
        </p:txBody>
      </p:sp>
    </p:spTree>
    <p:extLst>
      <p:ext uri="{BB962C8B-B14F-4D97-AF65-F5344CB8AC3E}">
        <p14:creationId xmlns:p14="http://schemas.microsoft.com/office/powerpoint/2010/main" val="154762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F657EA-0E22-47DC-88A9-CE35EF46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ระบบเชื่อมต่อกันที่ไหน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420A5-F6B7-4AEA-A0D3-BDF6A1CF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9B13A-D899-4B2E-838C-366F8F94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BDE86-6409-421F-AEEF-6B20486D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Web / 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83FA7-CC44-48BD-B4F4-6A9F577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19250"/>
            <a:ext cx="2047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DBE75-DBA4-4437-A233-80239821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1857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Tunnel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F45B5-15C8-4F32-BCE7-3D1B7004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4272B-4D71-4210-9062-7E832383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Nginx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39DCF-9605-43C7-901C-FB4FFED9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952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EC52C-4DE6-4854-B934-431CB499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176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React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91523-1FCC-4FB3-B2CC-2754622F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71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B8545-0A39-445C-8B05-F022754E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71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20328" y="2072165"/>
            <a:ext cx="11896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3E494-0395-418B-906F-6B0A1829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71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D3784-F9F1-48C3-9935-49A62682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71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58828" y="2072165"/>
            <a:ext cx="11896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E3306-925B-41FE-875C-1FF14C6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1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0A61C-730D-4232-ACE7-3E2B158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71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859203" y="2072165"/>
            <a:ext cx="9515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31921-732D-4F3E-95CD-4CBB9C9F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2190750" cy="13811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04E54-FBD0-41E1-BA2F-7A09118E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76625"/>
            <a:ext cx="200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FastAPI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CF22A-3300-4C7B-9C18-83EFAE1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681A5-840A-48D9-B84A-FD5E5CBA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953852" y="2525078"/>
            <a:ext cx="0" cy="8562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976EB-9B8F-4ACF-AC85-1F21D6AC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30B9EF"/>
                </a:solidFill>
                <a:latin typeface="Tahoma"/>
                <a:ea typeface="Tahoma"/>
                <a:cs typeface="Tahoma"/>
              </a:rPr>
              <a:t>/api/*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938DE-51FA-480E-AB06-8D5ED995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0"/>
            <a:ext cx="2286000" cy="10001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24D61A-C9AA-4BBD-A992-F1F2AA3F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PostgreSQL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1A67F-D38E-48CA-8503-2501341F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38750"/>
            <a:ext cx="2524125" cy="10001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4D8343-3DCF-46FC-8C12-C008740D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3400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ไฟล์ + ChromaDB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68A3A-E1D4-4B75-8F37-D681A724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2143125" cy="1285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96B47-1C3D-44AE-AC5E-19B6296A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24250"/>
            <a:ext cx="1952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Ollama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5AF3F8-4454-46B3-931B-A578EBBC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3FC91-0C75-4023-8EEE-F6BB7A2A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7953852" y="4763453"/>
            <a:ext cx="0" cy="1895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138E81-A866-400B-8C9C-E0B9E36F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4734A9-13BF-4210-836B-7866040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1667828" y="4953477"/>
            <a:ext cx="62855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86132D-F09B-4194-A1EF-64D500D6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B8B1B6-2AB8-4227-BBF8-21B1DC0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1667352" y="4953953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38D159-E668-4AE9-80B8-6AC06E74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C0E4D0-4792-4BF5-8EA2-E16BF080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7953852" y="4763453"/>
            <a:ext cx="0" cy="1895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17232C-E7F9-4E53-A067-CF8BA0AA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91DD40-1DBE-46D3-9885-D3A48EE1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44" idx="1"/>
            <a:endCxn xmlns:a="http://schemas.openxmlformats.org/drawingml/2006/main" id="45" idx="3"/>
          </p:cNvCxnSpPr>
          <p:nvPr/>
        </p:nvCxnSpPr>
        <p:spPr>
          <a:xfrm xmlns:a="http://schemas.openxmlformats.org/drawingml/2006/main" flipH="1">
            <a:off x="4882516" y="4953477"/>
            <a:ext cx="307085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C618E2-8508-48FC-905C-0FB40760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B83555-A7CA-48ED-9EC0-72AB13E0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47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4882040" y="4953953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D9CE17-A4F8-4FF2-92A3-5F7678F4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1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20036A-F756-4ACB-814F-7B5BA54E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19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049703" y="4072415"/>
            <a:ext cx="5705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30C798-9925-49FB-B067-06E52604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รันบน host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D07210-6562-479F-B501-1EA97FCD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Docker Compose</a:t>
            </a:r>
          </a:p>
        </p:txBody>
      </p:sp>
    </p:spTree>
    <p:extLst>
      <p:ext uri="{BB962C8B-B14F-4D97-AF65-F5344CB8AC3E}">
        <p14:creationId xmlns:p14="http://schemas.microsoft.com/office/powerpoint/2010/main" val="5058244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49823-C483-49B1-AA5A-08873CE6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Timeline 2569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33DFC-DF61-4001-8F60-C6612837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AC858-A7EF-460D-BE80-4CE773F4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29D0D-6854-4603-B174-2DA91ADE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953453" y="3429477"/>
            <a:ext cx="10286047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0B9EF"/>
            </a:solidFill>
            <a:tailEnd type="triangle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D0C8A-58F3-4A51-BA3A-B3C7C71F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62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32179-E65B-40B4-A9E6-F8E04F4A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57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42CDB-688C-481A-A24E-0E4C738C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มี.ค.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C6E6F-A1D1-4E00-AF3E-A144167A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ออกแบบ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774E9-3001-4BA2-8C9B-D35729C6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62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D61E6-0274-46B8-A902-98203796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57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1BF94-6E64-4CF5-919E-5DFEFE50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เม.ย.–พ.ค.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7F579-C3C7-4452-AC9B-653FE57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พัฒนา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6BE7C-C534-4F83-8CE1-136A480A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62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DFD29-EFE4-4C88-997A-D0C67960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57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32C7F-ECA9-4D55-BE67-F89AF582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มิ.ย.–ส.ค.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BFE09-29F7-4E25-842F-8D27B18B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ปรับระบบ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CD6D3-D822-4976-9B2C-E9457FA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FFBF6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59656-3048-4AAB-82EE-FCF0F631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8C520-66DD-4673-B82A-BB5B0F92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ก.ย.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6B02C-50DB-49AB-B9CA-3DABCC7D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Demo / UAT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4213A-CE0A-4386-991B-1B8136F0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ตามแผน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DFA47-B6E1-4602-B285-EEBA3081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162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FFBF6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D4EE2F-83F5-4906-B4A5-2043FF11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257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232FF-C331-457B-97F4-1C5680BB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ต.ค.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1D3FC3-A534-459F-99B4-E32A7425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ส่งมอบ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3CB49-1EF3-4EBA-9291-43BDF9BB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53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ตามแผน</a:t>
            </a:r>
          </a:p>
        </p:txBody>
      </p:sp>
    </p:spTree>
    <p:extLst>
      <p:ext uri="{BB962C8B-B14F-4D97-AF65-F5344CB8AC3E}">
        <p14:creationId xmlns:p14="http://schemas.microsoft.com/office/powerpoint/2010/main" val="1231130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481F2-E440-41F8-BDEE-EF48049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Demo: เดินตามเส้นทางนี้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ECA66-EC65-4172-AF61-5B41DD30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35E9A-E182-4514-AD52-80DE6245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286000" cy="1476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0D282-6D48-491A-879A-37C2C1B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09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</a:t>
            </a:r>
          </a:p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เลือกบอท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67694-1E42-4FE0-B223-ADF4479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57375"/>
            <a:ext cx="2286000" cy="1476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6E8FD-BCCC-4807-9025-A9180607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52625"/>
            <a:ext cx="209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</a:t>
            </a:r>
          </a:p>
          <a:p xmlns:a="http://schemas.openxmlformats.org/drawingml/2006/main">
            <a:pPr algn="ctr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ถาม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34CAB-1BDA-4DDD-879B-6F6038D9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7375"/>
            <a:ext cx="2286000" cy="1476375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DAAE3-EC07-4DD0-AF2D-29569A50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09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</a:t>
            </a:r>
          </a:p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ดูอ้างอิง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EC6D4-ED3F-4612-BD93-AD6ED2C7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FFBF6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F4DFF-8248-4930-86B4-AB27B0FA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209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</a:t>
            </a:r>
          </a:p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ขอเจ้าหน้าที่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F0874-4511-4D77-8E7A-45FA4B4D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67D5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04354-89C6-410E-ACDE-36C1A067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72000"/>
            <a:ext cx="209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5</a:t>
            </a:r>
          </a:p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ตอบและจบ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A6138-771B-4B6F-ACB3-9A921038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5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E8EA0-6D56-48C9-92B3-F55483F8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95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953703" y="2596040"/>
            <a:ext cx="19516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7DFD8-3355-4E5F-BF9C-AB0BA3BF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5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1B980-AEC4-4CF5-AE99-D371E999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95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92328" y="2596040"/>
            <a:ext cx="19516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C7B96-9D6A-4E95-9E68-4E25388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7A77E-8CEB-4281-BE8F-F3704328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287477" y="33347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23293-60C6-4E43-9154-EB008160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67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F9298-0EE0-4CA2-8AD8-59DC7E6A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67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192328" y="5167790"/>
            <a:ext cx="195167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C0692-2361-4C35-A1F0-B1B3BD7C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209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ประมาณ</a:t>
            </a:r>
          </a:p>
          <a:p xmlns:a="http://schemas.openxmlformats.org/drawingml/2006/main">
            <a:pPr algn="ctr">
              <a:defRPr sz="2775" b="1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AAB9CB"/>
                </a:solidFill>
                <a:latin typeface="Tahoma"/>
                <a:ea typeface="Tahoma"/>
                <a:cs typeface="Tahoma"/>
              </a:rPr>
              <a:t>4 นาที</a:t>
            </a:r>
          </a:p>
        </p:txBody>
      </p:sp>
    </p:spTree>
    <p:extLst>
      <p:ext uri="{BB962C8B-B14F-4D97-AF65-F5344CB8AC3E}">
        <p14:creationId xmlns:p14="http://schemas.microsoft.com/office/powerpoint/2010/main" val="20477481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7C3B44-A9F8-47E9-B00D-85BBD71C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 ทำงานครบวงจร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44A99-C93A-446F-80B5-BC2CA2A1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80379-781B-4D19-BFD9-3D66D419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2000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30B9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15BFA-3955-4BAA-8CAF-F39821B9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คำถาม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7DFB8-C60D-4D1F-9857-C7407DC3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3625"/>
            <a:ext cx="2571750" cy="2000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AC57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506DD-24C0-48A5-9706-14E7343B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288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ค้นเอกสาร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DC0D5-31D4-4C78-B23E-C6086118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67D5A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42E9B-1348-425D-B316-2F055DED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คำตอบ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095F1-4D76-43BC-BE3F-7205BD4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38625"/>
            <a:ext cx="2381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D2B"/>
          </a:solidFill>
          <a:ln xmlns:a="http://schemas.openxmlformats.org/drawingml/2006/main" w="28575">
            <a:solidFill>
              <a:srgbClr val="FFBF6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1BC04-27F8-4408-8BF1-6F7C742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เจ้าของบอท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8169C-A7F9-4C35-9D48-9572E445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9D291-256E-47BF-A162-221B984E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25078" y="3334227"/>
            <a:ext cx="161829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B860C-B074-45DE-B815-EC75176C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9FFE7-1F74-42BF-85CB-F2595743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716078" y="3334227"/>
            <a:ext cx="11420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FBE4F-81B0-464B-930F-99A08880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7B502-FA99-4E7D-B004-2CFB8577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3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" name=""/>
          <p:cNvCxnSpPr>
            <a:stCxn xmlns:a="http://schemas.openxmlformats.org/drawingml/2006/main" id="17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7858602" y="2239328"/>
            <a:ext cx="0" cy="109442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BBF9B-8FE5-49CD-AC20-BF568B03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3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CC1B0-2298-447F-9798-A7DC78BF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9078" y="2238852"/>
            <a:ext cx="1284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7D5AF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BDB9F-B81D-4A71-AA23-EE527024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7747E-1D59-4B21-86B1-B4553C7C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716078" y="3334227"/>
            <a:ext cx="1142047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CA403-985C-496D-BB23-18E44398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11B90-F73E-4420-B10B-9B85EEDB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7858602" y="3334703"/>
            <a:ext cx="0" cy="152304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D2C806-F168-4BE7-9A83-F88FDE3D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0061D-BB05-4A2B-82FB-82D3BB4A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859078" y="4858227"/>
            <a:ext cx="12849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670777-995A-4C1D-99A3-495C8E38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7D5A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7D5AF"/>
                </a:solidFill>
                <a:latin typeface="Tahoma"/>
                <a:ea typeface="Tahoma"/>
                <a:cs typeface="Tahoma"/>
              </a:rPr>
              <a:t>พบข้อมูล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A7F722-1E39-46AB-A1C8-4B7136A5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3862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ส่งต่อ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929F67-617C-42A6-8E7F-C7174F7E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C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AB9CB"/>
                </a:solidFill>
                <a:latin typeface="Tahoma"/>
                <a:ea typeface="Tahoma"/>
                <a:cs typeface="Tahoma"/>
              </a:rPr>
              <a:t>คำถามและข้อเสนอแนะ</a:t>
            </a:r>
          </a:p>
        </p:txBody>
      </p:sp>
    </p:spTree>
    <p:extLst>
      <p:ext uri="{BB962C8B-B14F-4D97-AF65-F5344CB8AC3E}">
        <p14:creationId xmlns:p14="http://schemas.microsoft.com/office/powerpoint/2010/main" val="1348368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2026-09-17T12:52:57.8540000Z</dcterms:created>
  <dcterms:modified xsi:type="dcterms:W3CDTF">2026-09-17T12:52:57.8540000Z</dcterms:modified>
</coreProperties>
</file>
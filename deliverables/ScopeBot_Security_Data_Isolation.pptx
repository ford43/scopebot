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5f514897534556" /><Relationship Type="http://schemas.openxmlformats.org/officeDocument/2006/relationships/extended-properties" Target="/docProps/app.xml" Id="R3a4fcfd4612c4b96" /><Relationship Type="http://schemas.openxmlformats.org/officeDocument/2006/relationships/officeDocument" Target="/ppt/presentation.xml" Id="Re5fc1b7533dd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87a2d2a8d42fa"/>
  </p:sldMasterIdLst>
  <p:notesMasterIdLst>
    <p:notesMasterId xmlns:r="http://schemas.openxmlformats.org/officeDocument/2006/relationships" r:id="R527e4737508e4201"/>
  </p:notesMasterIdLst>
  <p:sldIdLst>
    <p:sldId xmlns:r="http://schemas.openxmlformats.org/officeDocument/2006/relationships" id="256" r:id="R3a93a2d8a1854d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cb2cbe8aba4eee" /><Relationship Type="http://schemas.openxmlformats.org/officeDocument/2006/relationships/slideMaster" Target="/ppt/slideMasters/slideMaster1.xml" Id="R71787a2d2a8d42fa" /><Relationship Type="http://schemas.openxmlformats.org/officeDocument/2006/relationships/notesMaster" Target="/ppt/notesMasters/notesMaster1.xml" Id="R527e4737508e4201" /><Relationship Type="http://schemas.openxmlformats.org/officeDocument/2006/relationships/presProps" Target="/ppt/presProps.xml" Id="Ra8b5bf4ef78b42a4" /><Relationship Type="http://schemas.openxmlformats.org/officeDocument/2006/relationships/tableStyles" Target="/ppt/tableStyles.xml" Id="Rf92c779e23ee499f" /><Relationship Type="http://schemas.openxmlformats.org/officeDocument/2006/relationships/slide" Target="/ppt/slides/slide1.xml" Id="R3a93a2d8a1854d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421a8e9186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72e3859c44d3f" /><Relationship Type="http://schemas.openxmlformats.org/officeDocument/2006/relationships/notesMaster" Target="/ppt/notesMasters/notesMaster1.xml" Id="Rfc5ab7039fcb43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เวลาแนะนำประมาณ 1 นาที ถึง 1 นาที 30 วินาที</a:t>
            </a:r>
          </a:p>
          <a:p xmlns:a="http://schemas.openxmlformats.org/drawingml/2006/main">
            <a:r>
              <a:t>หน้านี้อธิบายขอบเขตของบัญชีจัดการบอท ไม่ใช่การบังคับลูกค้า LINE ให้มีบัญชีเว็บ ขั้นแรกตรวจ Token และสถานะบัญชี จากนั้นตรวจบทบาทและเจ้าของก่อนเข้าถึงข้อมูลตัวอย่าง เจ้าของ A เข้าบอท A ได้ เมื่อพยายามเข้าบอท B จะถูกปฏิเสธ จากนั้นฝั่งค้นหาความรู้จะเลือก published index ของบอทนั้น การแยกนี้เป็นเชิงตรรกะภายในระบบ ไม่ได้หมายถึงฐานข้อมูลหรือเครื่องแยกต่อบอท งานบอทของ Admin ยังตรวจ owner_id เช่นกัน ส่วน Support เข้าถึงเฉพาะงานจัดการบัญชี ไม่ใช่ผู้ตอบแชทของบอท</a:t>
            </a:r>
          </a:p>
          <a:p xmlns:a="http://schemas.openxmlformats.org/drawingml/2006/main">
            <a:r>
              <a:t>แผนภาพอธิบายกลไกจากโค้ด ไม่ใช่ผลการทดสอบเจาะระบบ หากมีผลทดสอบข้ามบัญชีให้นำไปแสดงในหน้าผลทดสอบ</a:t>
            </a:r>
          </a:p>
          <a:p xmlns:a="http://schemas.openxmlformats.org/drawingml/2006/main">
            <a:r>
              <a:t>แหล่งข้อมูล: api/auth.py (get_current_user, get_approved_user, require_shop_operator, assert_bot_access, visible_bots_query); docs/knowledge-updates.md; docs/semantic-search.md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87d5324b744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c042e026649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babba1ee947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8675391334c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6318a036347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d6243e2c44a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139656-6953-4808-A0F4-34CAAB144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51D2E2-CA4A-4052-89F4-3489D20AD6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A606E8-1F72-4C08-8F72-8BDC212DD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34345B-AF13-4C1A-8EF1-27066BC88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D4872B-A027-480F-910D-8ECC9A8678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F82FAE-BA82-4A46-A23D-3858C5671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7A03D1-13E1-4141-81E1-2A28BCD1C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7D8AF3-9FA2-4F30-9475-9DEB0BCB7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38B1C-7243-4D3F-B16C-32F0BDAB7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E92534-930E-4F79-A791-D017044D5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d829ab9b9a44d9" /><Relationship Type="http://schemas.openxmlformats.org/officeDocument/2006/relationships/slideLayout" Target="/ppt/slideLayouts/slideLayout1.xml" Id="Rb73d12d8450b4597" /><Relationship Type="http://schemas.openxmlformats.org/officeDocument/2006/relationships/slideLayout" Target="/ppt/slideLayouts/slideLayout2.xml" Id="R54e70c8fabfc4c8b" /><Relationship Type="http://schemas.openxmlformats.org/officeDocument/2006/relationships/slideLayout" Target="/ppt/slideLayouts/slideLayout3.xml" Id="R858948f4ca394757" /><Relationship Type="http://schemas.openxmlformats.org/officeDocument/2006/relationships/slideLayout" Target="/ppt/slideLayouts/slideLayout4.xml" Id="Rd1b4dc64400f4da0" /><Relationship Type="http://schemas.openxmlformats.org/officeDocument/2006/relationships/slideLayout" Target="/ppt/slideLayouts/slideLayout5.xml" Id="Re61fa6f113bb48ab" /><Relationship Type="http://schemas.openxmlformats.org/officeDocument/2006/relationships/slideLayout" Target="/ppt/slideLayouts/slideLayout6.xml" Id="R6d03aa76ce06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3d12d8450b4597"/>
    <p:sldLayoutId xmlns:r="http://schemas.openxmlformats.org/officeDocument/2006/relationships" id="2147483650" r:id="R54e70c8fabfc4c8b"/>
    <p:sldLayoutId xmlns:r="http://schemas.openxmlformats.org/officeDocument/2006/relationships" id="2147483651" r:id="R858948f4ca394757"/>
    <p:sldLayoutId xmlns:r="http://schemas.openxmlformats.org/officeDocument/2006/relationships" id="2147483652" r:id="Rd1b4dc64400f4da0"/>
    <p:sldLayoutId xmlns:r="http://schemas.openxmlformats.org/officeDocument/2006/relationships" id="2147483653" r:id="Re61fa6f113bb48ab"/>
    <p:sldLayoutId xmlns:r="http://schemas.openxmlformats.org/officeDocument/2006/relationships" id="2147483654" r:id="R6d03aa76ce06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8afe552b45428e" /><Relationship Type="http://schemas.openxmlformats.org/officeDocument/2006/relationships/notesSlide" Target="/ppt/notesSlides/notesSlide1.xml" Id="R40ab515918ba4a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6331AF-7281-4438-A6D3-3E8B4099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SCOPEBOT  /  SECURITY &amp; DATA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4659B-C912-48C5-8C28-DF28DFAE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สิทธิ์และการแยกข้อมูล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BFDB-47A1-4A0E-9F9D-B1C3D52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33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ตรวจตัวตน ตรวจเจ้าของบอท และจำกัดการค้นความรู้ตามบอทที่เลือก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01B37-131F-40DC-A45E-3BDEB53C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01  ยืนยันตัวตน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2C834-ADCD-4043-B95A-7F64893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ตรวจ Token และสถานะบัญชี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ก่อนเข้าถึงเครื่องมือจัดการ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AFBC7-D685-454D-9D0C-D373643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02  ตรวจสิทธิ์และเจ้าของ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4A659-84F7-4BE8-886B-F6D82D0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Backend ตรวจบทบาทและ owner_id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ก่อนอนุญาตให้เข้าถึงบอท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FEBDA-D24B-44FE-96FE-3220703E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442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defPPr>
            <a:lvl1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1pPr>
            <a:lvl2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2pPr>
            <a:lvl3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3pPr>
            <a:lvl4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4pPr>
            <a:lvl5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5pPr>
            <a:lvl6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6pPr>
            <a:lvl7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7pPr>
            <a:lvl8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8pPr>
            <a:lvl9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E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87E95"/>
                </a:solidFill>
                <a:latin typeface="Tahoma"/>
                <a:ea typeface="Tahoma"/>
                <a:cs typeface="Tahoma"/>
              </a:rPr>
              <a:t>03  จำกัดขอบเขตความรู้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0FB07-5FF1-4A82-932B-92D83E8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ค้นจากดัชนีของบอทที่เลือก</a:t>
            </a:r>
          </a:p>
          <a:p xmlns:a="http://schemas.openxmlformats.org/drawingml/2006/main">
            <a:pPr>
              <a:defRPr sz="157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แยกขอบเขตความรู้ระหว่างบอท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16DD5-7880-4376-830C-F657D66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54618-1356-4DB4-A785-1AA33B8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00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ตัวอย่างการเข้าถึงบอท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802D4-D029-44B1-8DC2-A148EF0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89FE0-5498-45CB-8BF3-0894C84C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เจ้าของ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EF27D-9DBF-437C-A62E-EC37A38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24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อนุมัติบัญชีแล้ว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CD9E6-4E9E-42EB-959F-1CC805C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099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EB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E7C39-819F-4E82-BD66-64DC93FA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11E8A-307D-47A0-8B27-B40970D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ตรวจสิทธิ์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831C7-CAB7-48B3-B10D-125F0D9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owner_id ตรงกัน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D15FD-C199-4A71-9E08-427058F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EB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31100-331E-483A-B987-2BC1BD5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19375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75545-006D-431E-B301-3F175A56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บอท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5FA21-EBE7-4FB2-8851-1511C037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24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ค้นจากดัชนี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69CB2-3CE3-4037-9E1C-57F2030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62500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64076-AF42-47AB-8C7F-139C540D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7680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เจ้าของ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0D4D3-E0A4-4ADC-8AFB-10F94BF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67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อนุมัติบัญชีแล้ว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AF7CC-D2AE-4756-8E0E-F2EAD24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53025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EB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AC573-4A79-4E37-BEB5-B5CE305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1666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A0622-CC00-48A2-BDB4-FF5DBBC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ตรวจสิทธิ์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6E38EE-067B-4B8C-A2D2-DA786D0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673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owner_id ตรงกัน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DAF0F-E32B-4E6E-B91B-F095BDF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53025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EB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C9C0-D4F1-4DE9-BB41-073DC7A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11430">
            <a:solidFill>
              <a:srgbClr val="C4DDE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A34101-26C2-4FC7-8A3A-7A0AC4C2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76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defPPr>
            <a:lvl1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1pPr>
            <a:lvl2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2pPr>
            <a:lvl3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3pPr>
            <a:lvl4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4pPr>
            <a:lvl5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5pPr>
            <a:lvl6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6pPr>
            <a:lvl7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7pPr>
            <a:lvl8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8pPr>
            <a:lvl9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344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83448"/>
                </a:solidFill>
                <a:latin typeface="Tahoma"/>
                <a:ea typeface="Tahoma"/>
                <a:cs typeface="Tahoma"/>
              </a:rPr>
              <a:t>บอท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8B4769-FB26-4C77-86B9-45247D8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267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ค้นจากดัชนี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B49BA-785C-4F5C-B16E-43432D9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61A78-C375-481A-A839-EBFB32F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861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B15C6-3584-40B9-974B-681020C1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B26E03-A7DF-4F90-BD45-B8412FC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B4C03-9B91-4B49-A612-2C236FB2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534F39-4C09-43D1-BC9D-AC94855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653F96-76E8-4401-8E63-95A7556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941859-AF6E-432E-8387-54804899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A0438-CE87-4F9C-9D31-292482B4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B84994-08C5-43DC-A927-B6204DFC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717CD-BA47-4A76-8EDC-350BD8C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0D5C81-9E71-4911-A08C-255EEFE1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923DF4-4086-4621-839C-F4D93B97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E5C535-8E51-422D-9588-AD0921A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67ACE2-AA99-4950-8CB9-E554E524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531BAB-925F-414B-9B11-B3FCA1A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BC15D3-1AF9-4526-A05F-7E26DBDE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DE1107-3B38-4CD3-84DD-539832D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E453D2-16B0-46E2-B2E4-6B33EC1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9FC605-1CD8-4155-B65B-37B8F6A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76675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328A93-1226-46C4-83F7-43A66261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8766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425799-7B3F-41F2-ACEF-46DD437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909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AB0990-F770-4664-A97B-41E05C59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052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6BD4AD-5263-4370-9104-46A211B0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195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2EB570-71D3-4656-9D2F-EE859381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338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85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A88DE1-1400-4968-96F3-CFA7DA07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386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defPPr>
            <a:lvl1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1pPr>
            <a:lvl2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2pPr>
            <a:lvl3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3pPr>
            <a:lvl4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4pPr>
            <a:lvl5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5pPr>
            <a:lvl6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6pPr>
            <a:lvl7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7pPr>
            <a:lvl8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8pPr>
            <a:lvl9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84E3B"/>
                </a:solidFill>
                <a:latin typeface="Tahoma"/>
                <a:ea typeface="Tahoma"/>
                <a:cs typeface="Tahoma"/>
              </a:rPr>
              <a:t>A ขอเข้าถึงบอท 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75444B-B9ED-4C67-8675-2F586186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053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defPPr>
            <a:lvl1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1pPr>
            <a:lvl2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2pPr>
            <a:lvl3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3pPr>
            <a:lvl4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4pPr>
            <a:lvl5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5pPr>
            <a:lvl6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6pPr>
            <a:lvl7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7pPr>
            <a:lvl8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8pPr>
            <a:lvl9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36852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C36852"/>
                </a:solidFill>
                <a:latin typeface="Tahoma"/>
                <a:ea typeface="Tahoma"/>
                <a:cs typeface="Tahoma"/>
              </a:rPr>
              <a:t>×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5C4CDD-C372-4F8E-A7A1-762735DF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84E3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84E3B"/>
                </a:solidFill>
                <a:latin typeface="Tahoma"/>
                <a:ea typeface="Tahoma"/>
                <a:cs typeface="Tahoma"/>
              </a:rPr>
              <a:t>ปฏิเสธ: ไม่ใช่เจ้าของบอท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DF56E8-97C0-4608-A80C-D6015FCD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531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B7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9"/>
                </a:solidFill>
                <a:latin typeface="Tahoma"/>
                <a:ea typeface="Tahoma"/>
                <a:cs typeface="Tahoma"/>
              </a:rPr>
              <a:t>แยกด้วยสิทธิ์และขอบเขตดัชนี • ไม่ได้สร้างฐานข้อมูลหรือเครื่องแยกต่อบอท</a:t>
            </a:r>
          </a:p>
        </p:txBody>
      </p:sp>
    </p:spTree>
    <p:extLst>
      <p:ext uri="{BB962C8B-B14F-4D97-AF65-F5344CB8AC3E}">
        <p14:creationId xmlns:p14="http://schemas.microsoft.com/office/powerpoint/2010/main" val="1337445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2026-10-29T12:35:02.8690000Z</dcterms:created>
  <dcterms:modified xsi:type="dcterms:W3CDTF">2026-10-29T12:35:02.8690000Z</dcterms:modified>
</coreProperties>
</file>
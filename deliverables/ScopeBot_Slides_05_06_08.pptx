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b946ee4a5f48d1" /><Relationship Type="http://schemas.openxmlformats.org/officeDocument/2006/relationships/extended-properties" Target="/docProps/app.xml" Id="R39755899ebc248f9" /><Relationship Type="http://schemas.openxmlformats.org/officeDocument/2006/relationships/officeDocument" Target="/ppt/presentation.xml" Id="Raa33e9aba9a74925" /></Relationships>
</file>

<file path=ppt/presentation.xml><?xml version="1.0" encoding="utf-8"?>
<p:presentation xmlns:p="http://schemas.openxmlformats.org/presentationml/2006/main">
  <p:sldMasterIdLst>
    <p:sldMasterId xmlns:r="http://schemas.openxmlformats.org/officeDocument/2006/relationships" id="2147483648" r:id="R2ae5d59263ed4bbe"/>
  </p:sldMasterIdLst>
  <p:notesMasterIdLst>
    <p:notesMasterId xmlns:r="http://schemas.openxmlformats.org/officeDocument/2006/relationships" r:id="Rbc5063946ef047a4"/>
  </p:notesMasterIdLst>
  <p:sldIdLst>
    <p:sldId xmlns:r="http://schemas.openxmlformats.org/officeDocument/2006/relationships" id="256" r:id="Rf30e075e0c56491a"/>
    <p:sldId xmlns:r="http://schemas.openxmlformats.org/officeDocument/2006/relationships" id="257" r:id="Rcbfa4c51a1354204"/>
    <p:sldId xmlns:r="http://schemas.openxmlformats.org/officeDocument/2006/relationships" id="258" r:id="Rc3123855738e46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f25fcf018a74fa1" /><Relationship Type="http://schemas.openxmlformats.org/officeDocument/2006/relationships/slideMaster" Target="/ppt/slideMasters/slideMaster1.xml" Id="R2ae5d59263ed4bbe" /><Relationship Type="http://schemas.openxmlformats.org/officeDocument/2006/relationships/notesMaster" Target="/ppt/notesMasters/notesMaster1.xml" Id="Rbc5063946ef047a4" /><Relationship Type="http://schemas.openxmlformats.org/officeDocument/2006/relationships/presProps" Target="/ppt/presProps.xml" Id="Re1592aa1d68c48c1" /><Relationship Type="http://schemas.openxmlformats.org/officeDocument/2006/relationships/tableStyles" Target="/ppt/tableStyles.xml" Id="Raab15df18f3b48f6" /><Relationship Type="http://schemas.openxmlformats.org/officeDocument/2006/relationships/slide" Target="/ppt/slides/slide1.xml" Id="Rf30e075e0c56491a" /><Relationship Type="http://schemas.openxmlformats.org/officeDocument/2006/relationships/slide" Target="/ppt/slides/slide2.xml" Id="Rcbfa4c51a1354204" /><Relationship Type="http://schemas.openxmlformats.org/officeDocument/2006/relationships/slide" Target="/ppt/slides/slide3.xml" Id="Rc3123855738e46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6b9a10878a48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a37cd1c6fe4356" /><Relationship Type="http://schemas.openxmlformats.org/officeDocument/2006/relationships/notesMaster" Target="/ppt/notesMasters/notesMaster1.xml" Id="R818e1f6163da4f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85b49bc2d4e47c7" /><Relationship Type="http://schemas.openxmlformats.org/officeDocument/2006/relationships/notesMaster" Target="/ppt/notesMasters/notesMaster1.xml" Id="R6aaedf4a88c54c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e4b502d3e44bc1" /><Relationship Type="http://schemas.openxmlformats.org/officeDocument/2006/relationships/notesMaster" Target="/ppt/notesMasters/notesMaster1.xml" Id="R065256bbd55f4a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เวลาประมาณ 1 นาที</a:t>
            </a:r>
          </a:p>
          <a:p xmlns:a="http://schemas.openxmlformats.org/drawingml/2006/main">
            <a:r>
              <a:t>เริ่มจากแยกผู้สนทนาออกจากบัญชีจัดการ ผู้สนทนาผ่าน LINE ไม่ต้องสมัครบัญชีเว็บ เจ้าของบอทเป็นบัญชีที่ได้รับอนุมัติแล้ว ใช้สร้างบอทจัดเอกสารและตอบแชทของตนเอง Support ดูแลบัญชีผู้ใช้ ส่วน Admin ดูภาพรวมและ Log เพิ่มเติม งานบอทของ Admin ยังตรวจ owner_id เช่นกัน ไม่ได้เปิดให้เข้าถึงทุกบอท การใช้งานแชทเว็บในระบบปัจจุบันต้องมีบัญชีและสิทธิ์ที่เกี่ยวข้อง</a:t>
            </a:r>
          </a:p>
          <a:p xmlns:a="http://schemas.openxmlformats.org/drawingml/2006/main">
            <a:r>
              <a:t>อ้างอิง: api/auth.py; src/app/constants/chat.ts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เวลาประมาณ 1 นาที 30 วินาที</a:t>
            </a:r>
          </a:p>
          <a:p xmlns:a="http://schemas.openxmlformats.org/drawingml/2006/main">
            <a:r>
              <a:t>ก่อนเริ่มเจ้าของบอทเตรียมเอกสารและช่องทางไว้แล้ว อ่านภาพตามหมายเลขโดยดูว่ากิจกรรมเกิดในแถวของใคร ผู้สนทนาส่งคำถาม ระบบค้นและตอบ ผู้ใช้รับคำตอบและอาจจบตรงนี้ ถ้าขอคุยกับคนจะเข้าคิว waiting พอเจ้าของบอทเริ่มตอบจึงเป็น human แล้วปิด session เมื่อจบงาน แผนภาพเลือกแสดงเส้นทางที่ผู้ใช้ขอคนช่วย กรณี LINE ตอบไม่ได้ยังรองรับการเข้าคิวตามเงื่อนไข ส่วนเว็บแสดงตัวเลือกให้ติดต่อ รูปนี้ไม่ใช่รายละเอียดลำดับ API ทุกคำขอ</a:t>
            </a:r>
          </a:p>
          <a:p xmlns:a="http://schemas.openxmlformats.org/drawingml/2006/main">
            <a:r>
              <a:t>อ้างอิง: api/routers/line_webhook.py; api/routers/live_chat.py; api/routers/chat.py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เวลาประมาณ 2 นาที</a:t>
            </a:r>
          </a:p>
          <a:p xmlns:a="http://schemas.openxmlformats.org/drawingml/2006/main">
            <a:r>
              <a:t>เริ่มจากฝั่งซ้าย Web ใช้ React ติดต่อ API ส่วน LINE ส่ง webhook เข้าระบบ FastAPI ตรวจ token และสิทธิ์สำหรับเว็บ และตรวจ signature ของ LINE ตามช่องทาง แล้วควบคุมงานส่วนกลาง PostgreSQL เก็บข้อมูลเชิงโครงสร้าง ส่วน Document Storage เก็บเอกสารต้นฉบับ เมื่อถามคำถาม FastAPI เรียก RAG ซึ่งค้นดัชนีจาก Chroma หรือ Qdrant ตามการตั้งค่าจริง มีการจัดอันดับหลักฐาน จากนั้นเรียกโมเดลผ่าน Ollama และตรวจคำตอบก่อนส่งกลับ API เส้นในภาพแสดงความสัมพันธ์การเรียกใช้งาน ไม่ใช่ทิศทางข้อมูลเพียงทางเดียว</a:t>
            </a:r>
          </a:p>
          <a:p xmlns:a="http://schemas.openxmlformats.org/drawingml/2006/main">
            <a:r>
              <a:t>นี่เป็น logical architecture แบบย่อ การเตรียมดัชนีอ่านเอกสารจาก Storage เพื่อสร้าง embeddings และเผยแพร่ดัชนี ในการติดตั้ง Nginx ให้หน้าเว็บและ proxy API; compose จัดบริการและ volume โดย Ollama รันบน host ตาม configuration แยกอธิบาย deployment เมื่อถูกถาม</a:t>
            </a:r>
          </a:p>
          <a:p xmlns:a="http://schemas.openxmlformats.org/drawingml/2006/main">
            <a:r>
              <a:t>อ้างอิง: api/main.py; api/auth.py; rag/rag_pipeline.py; docker-compose.yml; deploy/nginx.conf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d4a19efad54a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b9a03741ef840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069e63829047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ddbb4a8d764c3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38efc3b54e44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d50b69f98941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2516FA-6EBF-497E-BC97-BB9F6A4E7D9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A32FAE8-B348-46D4-8328-B56F41FF134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F1A363A-9B75-4E8E-ABF5-622BD5BBE4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D525C8-115C-4C39-96F8-85481CED30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C81C723-A5FD-4BE0-9829-0A0CD8D9596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0AB70C5-0117-48A9-95D2-F15CEA06D6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388F79-0C3D-41C4-9B77-7D54A0E683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2CF9020-63DA-4EA1-BDB0-E156B51E05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DAEC37-58E2-43F8-B33F-687022B80D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D252884-E0A9-44B2-A249-9ECD5F4289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7fd09c6f854557" /><Relationship Type="http://schemas.openxmlformats.org/officeDocument/2006/relationships/slideLayout" Target="/ppt/slideLayouts/slideLayout1.xml" Id="Rf859ac9c13214e77" /><Relationship Type="http://schemas.openxmlformats.org/officeDocument/2006/relationships/slideLayout" Target="/ppt/slideLayouts/slideLayout2.xml" Id="Re7a84ea90161432c" /><Relationship Type="http://schemas.openxmlformats.org/officeDocument/2006/relationships/slideLayout" Target="/ppt/slideLayouts/slideLayout3.xml" Id="Reb53581c2361445f" /><Relationship Type="http://schemas.openxmlformats.org/officeDocument/2006/relationships/slideLayout" Target="/ppt/slideLayouts/slideLayout4.xml" Id="R0da236a47cee4647" /><Relationship Type="http://schemas.openxmlformats.org/officeDocument/2006/relationships/slideLayout" Target="/ppt/slideLayouts/slideLayout5.xml" Id="Ra6f34360d6684230" /><Relationship Type="http://schemas.openxmlformats.org/officeDocument/2006/relationships/slideLayout" Target="/ppt/slideLayouts/slideLayout6.xml" Id="R261a23d3997f45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59ac9c13214e77"/>
    <p:sldLayoutId xmlns:r="http://schemas.openxmlformats.org/officeDocument/2006/relationships" id="2147483650" r:id="Re7a84ea90161432c"/>
    <p:sldLayoutId xmlns:r="http://schemas.openxmlformats.org/officeDocument/2006/relationships" id="2147483651" r:id="Reb53581c2361445f"/>
    <p:sldLayoutId xmlns:r="http://schemas.openxmlformats.org/officeDocument/2006/relationships" id="2147483652" r:id="R0da236a47cee4647"/>
    <p:sldLayoutId xmlns:r="http://schemas.openxmlformats.org/officeDocument/2006/relationships" id="2147483653" r:id="Ra6f34360d6684230"/>
    <p:sldLayoutId xmlns:r="http://schemas.openxmlformats.org/officeDocument/2006/relationships" id="2147483654" r:id="R261a23d3997f45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d15bd5f974464b" /><Relationship Type="http://schemas.openxmlformats.org/officeDocument/2006/relationships/notesSlide" Target="/ppt/notesSlides/notesSlide1.xml" Id="R079ef5e462734c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6085f629c6442b" /><Relationship Type="http://schemas.openxmlformats.org/officeDocument/2006/relationships/notesSlide" Target="/ppt/notesSlides/notesSlide2.xml" Id="R15bce122141744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7312f67cba4ed9" /><Relationship Type="http://schemas.openxmlformats.org/officeDocument/2006/relationships/notesSlide" Target="/ppt/notesSlides/notesSlide3.xml" Id="Rc2bc40eaadc141b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1A9E46F-DE01-4AD7-ADF1-6655089D55E8}"/>
              </a:ext>
            </a:extLst>
          </p:cNvPr>
          <p:cNvSpPr>
            <a:spLocks xmlns:a="http://schemas.openxmlformats.org/drawingml/2006/main" noGrp="1"/>
          </p:cNvSpPr>
          <p:nvPr/>
        </p:nvSpPr>
        <p:spPr>
          <a:xfrm xmlns:a="http://schemas.openxmlformats.org/drawingml/2006/main">
            <a:off x="571500" y="2381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latin typeface="Tahoma"/>
                <a:ea typeface="Tahoma"/>
                <a:cs typeface="Tahoma"/>
              </a:defRPr>
            </a:defPPr>
            <a:lvl1pPr>
              <a:defRPr sz="1200" b="1">
                <a:solidFill>
                  <a:srgbClr val="087E95"/>
                </a:solidFill>
                <a:latin typeface="Tahoma"/>
                <a:ea typeface="Tahoma"/>
                <a:cs typeface="Tahoma"/>
              </a:defRPr>
            </a:lvl1pPr>
            <a:lvl2pPr>
              <a:defRPr sz="1200" b="1">
                <a:solidFill>
                  <a:srgbClr val="087E95"/>
                </a:solidFill>
                <a:latin typeface="Tahoma"/>
                <a:ea typeface="Tahoma"/>
                <a:cs typeface="Tahoma"/>
              </a:defRPr>
            </a:lvl2pPr>
            <a:lvl3pPr>
              <a:defRPr sz="1200" b="1">
                <a:solidFill>
                  <a:srgbClr val="087E95"/>
                </a:solidFill>
                <a:latin typeface="Tahoma"/>
                <a:ea typeface="Tahoma"/>
                <a:cs typeface="Tahoma"/>
              </a:defRPr>
            </a:lvl3pPr>
            <a:lvl4pPr>
              <a:defRPr sz="1200" b="1">
                <a:solidFill>
                  <a:srgbClr val="087E95"/>
                </a:solidFill>
                <a:latin typeface="Tahoma"/>
                <a:ea typeface="Tahoma"/>
                <a:cs typeface="Tahoma"/>
              </a:defRPr>
            </a:lvl4pPr>
            <a:lvl5pPr>
              <a:defRPr sz="1200" b="1">
                <a:solidFill>
                  <a:srgbClr val="087E95"/>
                </a:solidFill>
                <a:latin typeface="Tahoma"/>
                <a:ea typeface="Tahoma"/>
                <a:cs typeface="Tahoma"/>
              </a:defRPr>
            </a:lvl5pPr>
            <a:lvl6pPr>
              <a:defRPr sz="1200" b="1">
                <a:solidFill>
                  <a:srgbClr val="087E95"/>
                </a:solidFill>
                <a:latin typeface="Tahoma"/>
                <a:ea typeface="Tahoma"/>
                <a:cs typeface="Tahoma"/>
              </a:defRPr>
            </a:lvl6pPr>
            <a:lvl7pPr>
              <a:defRPr sz="1200" b="1">
                <a:solidFill>
                  <a:srgbClr val="087E95"/>
                </a:solidFill>
                <a:latin typeface="Tahoma"/>
                <a:ea typeface="Tahoma"/>
                <a:cs typeface="Tahoma"/>
              </a:defRPr>
            </a:lvl7pPr>
            <a:lvl8pPr>
              <a:defRPr sz="1200" b="1">
                <a:solidFill>
                  <a:srgbClr val="087E95"/>
                </a:solidFill>
                <a:latin typeface="Tahoma"/>
                <a:ea typeface="Tahoma"/>
                <a:cs typeface="Tahoma"/>
              </a:defRPr>
            </a:lvl8pPr>
            <a:lvl9pPr>
              <a:defRPr sz="1200" b="1">
                <a:solidFill>
                  <a:srgbClr val="087E95"/>
                </a:solidFill>
                <a:latin typeface="Tahoma"/>
                <a:ea typeface="Tahoma"/>
                <a:cs typeface="Tahoma"/>
              </a:defRPr>
            </a:lvl9pPr>
          </a:lstStyle>
          <a:p xmlns:a="http://schemas.openxmlformats.org/drawingml/2006/main">
            <a:pPr>
              <a:defRPr sz="1200" b="1">
                <a:solidFill>
                  <a:srgbClr val="087E95"/>
                </a:solidFill>
                <a:latin typeface="Tahoma"/>
                <a:ea typeface="Tahoma"/>
                <a:cs typeface="Tahoma"/>
              </a:defRPr>
            </a:pPr>
            <a:r>
              <a:rPr sz="1200" b="1">
                <a:solidFill>
                  <a:srgbClr val="087E95"/>
                </a:solidFill>
                <a:latin typeface="Tahoma"/>
                <a:ea typeface="Tahoma"/>
                <a:cs typeface="Tahoma"/>
              </a:rPr>
              <a:t>SCOPEBOT  /  05  USERS &amp; ROLES</a:t>
            </a:r>
          </a:p>
        </p:txBody>
      </p:sp>
      <p:sp>
        <p:nvSpPr>
          <p:cNvPr id="2" name="">
            <a:extLst xmlns:a="http://schemas.openxmlformats.org/drawingml/2006/main">
              <a:ext uri="{FF2B5EF4-FFF2-40B4-BE49-F238E27FC236}">
                <a16:creationId xmlns:a16="http://schemas.microsoft.com/office/drawing/2014/main" id="{2F757024-5E53-434E-8E50-E3AF8C5086E4}"/>
              </a:ext>
            </a:extLst>
          </p:cNvPr>
          <p:cNvSpPr>
            <a:spLocks xmlns:a="http://schemas.openxmlformats.org/drawingml/2006/main" noGrp="1"/>
          </p:cNvSpPr>
          <p:nvPr/>
        </p:nvSpPr>
        <p:spPr>
          <a:xfrm xmlns:a="http://schemas.openxmlformats.org/drawingml/2006/main">
            <a:off x="571500" y="6858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448"/>
                </a:solidFill>
                <a:latin typeface="Tahoma"/>
                <a:ea typeface="Tahoma"/>
                <a:cs typeface="Tahoma"/>
              </a:defRPr>
            </a:defPPr>
            <a:lvl1pPr>
              <a:defRPr sz="3150" b="1">
                <a:solidFill>
                  <a:srgbClr val="183448"/>
                </a:solidFill>
                <a:latin typeface="Tahoma"/>
                <a:ea typeface="Tahoma"/>
                <a:cs typeface="Tahoma"/>
              </a:defRPr>
            </a:lvl1pPr>
            <a:lvl2pPr>
              <a:defRPr sz="3150" b="1">
                <a:solidFill>
                  <a:srgbClr val="183448"/>
                </a:solidFill>
                <a:latin typeface="Tahoma"/>
                <a:ea typeface="Tahoma"/>
                <a:cs typeface="Tahoma"/>
              </a:defRPr>
            </a:lvl2pPr>
            <a:lvl3pPr>
              <a:defRPr sz="3150" b="1">
                <a:solidFill>
                  <a:srgbClr val="183448"/>
                </a:solidFill>
                <a:latin typeface="Tahoma"/>
                <a:ea typeface="Tahoma"/>
                <a:cs typeface="Tahoma"/>
              </a:defRPr>
            </a:lvl3pPr>
            <a:lvl4pPr>
              <a:defRPr sz="3150" b="1">
                <a:solidFill>
                  <a:srgbClr val="183448"/>
                </a:solidFill>
                <a:latin typeface="Tahoma"/>
                <a:ea typeface="Tahoma"/>
                <a:cs typeface="Tahoma"/>
              </a:defRPr>
            </a:lvl4pPr>
            <a:lvl5pPr>
              <a:defRPr sz="3150" b="1">
                <a:solidFill>
                  <a:srgbClr val="183448"/>
                </a:solidFill>
                <a:latin typeface="Tahoma"/>
                <a:ea typeface="Tahoma"/>
                <a:cs typeface="Tahoma"/>
              </a:defRPr>
            </a:lvl5pPr>
            <a:lvl6pPr>
              <a:defRPr sz="3150" b="1">
                <a:solidFill>
                  <a:srgbClr val="183448"/>
                </a:solidFill>
                <a:latin typeface="Tahoma"/>
                <a:ea typeface="Tahoma"/>
                <a:cs typeface="Tahoma"/>
              </a:defRPr>
            </a:lvl6pPr>
            <a:lvl7pPr>
              <a:defRPr sz="3150" b="1">
                <a:solidFill>
                  <a:srgbClr val="183448"/>
                </a:solidFill>
                <a:latin typeface="Tahoma"/>
                <a:ea typeface="Tahoma"/>
                <a:cs typeface="Tahoma"/>
              </a:defRPr>
            </a:lvl7pPr>
            <a:lvl8pPr>
              <a:defRPr sz="3150" b="1">
                <a:solidFill>
                  <a:srgbClr val="183448"/>
                </a:solidFill>
                <a:latin typeface="Tahoma"/>
                <a:ea typeface="Tahoma"/>
                <a:cs typeface="Tahoma"/>
              </a:defRPr>
            </a:lvl8pPr>
            <a:lvl9pPr>
              <a:defRPr sz="3150" b="1">
                <a:solidFill>
                  <a:srgbClr val="183448"/>
                </a:solidFill>
                <a:latin typeface="Tahoma"/>
                <a:ea typeface="Tahoma"/>
                <a:cs typeface="Tahoma"/>
              </a:defRPr>
            </a:lvl9pPr>
          </a:lstStyle>
          <a:p xmlns:a="http://schemas.openxmlformats.org/drawingml/2006/main">
            <a:pPr>
              <a:defRPr sz="3150" b="1">
                <a:solidFill>
                  <a:srgbClr val="183448"/>
                </a:solidFill>
                <a:latin typeface="Tahoma"/>
                <a:ea typeface="Tahoma"/>
                <a:cs typeface="Tahoma"/>
              </a:defRPr>
            </a:pPr>
            <a:r>
              <a:rPr sz="3150" b="1">
                <a:solidFill>
                  <a:srgbClr val="183448"/>
                </a:solidFill>
                <a:latin typeface="Tahoma"/>
                <a:ea typeface="Tahoma"/>
                <a:cs typeface="Tahoma"/>
              </a:rPr>
              <a:t>ผู้ใช้งานและบทบาท</a:t>
            </a:r>
          </a:p>
        </p:txBody>
      </p:sp>
      <p:sp>
        <p:nvSpPr>
          <p:cNvPr id="3" name="">
            <a:extLst xmlns:a="http://schemas.openxmlformats.org/drawingml/2006/main">
              <a:ext uri="{FF2B5EF4-FFF2-40B4-BE49-F238E27FC236}">
                <a16:creationId xmlns:a16="http://schemas.microsoft.com/office/drawing/2014/main" id="{35306BDD-5513-485F-A59D-3AE5A202CB8B}"/>
              </a:ext>
            </a:extLst>
          </p:cNvPr>
          <p:cNvSpPr>
            <a:spLocks xmlns:a="http://schemas.openxmlformats.org/drawingml/2006/main" noGrp="1"/>
          </p:cNvSpPr>
          <p:nvPr/>
        </p:nvSpPr>
        <p:spPr>
          <a:xfrm xmlns:a="http://schemas.openxmlformats.org/drawingml/2006/main">
            <a:off x="600075" y="1304925"/>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B79"/>
                </a:solidFill>
                <a:latin typeface="Tahoma"/>
                <a:ea typeface="Tahoma"/>
                <a:cs typeface="Tahoma"/>
              </a:defRPr>
            </a:defPPr>
            <a:lvl1pPr>
              <a:defRPr sz="1575" b="0">
                <a:solidFill>
                  <a:srgbClr val="526B79"/>
                </a:solidFill>
                <a:latin typeface="Tahoma"/>
                <a:ea typeface="Tahoma"/>
                <a:cs typeface="Tahoma"/>
              </a:defRPr>
            </a:lvl1pPr>
            <a:lvl2pPr>
              <a:defRPr sz="1575" b="0">
                <a:solidFill>
                  <a:srgbClr val="526B79"/>
                </a:solidFill>
                <a:latin typeface="Tahoma"/>
                <a:ea typeface="Tahoma"/>
                <a:cs typeface="Tahoma"/>
              </a:defRPr>
            </a:lvl2pPr>
            <a:lvl3pPr>
              <a:defRPr sz="1575" b="0">
                <a:solidFill>
                  <a:srgbClr val="526B79"/>
                </a:solidFill>
                <a:latin typeface="Tahoma"/>
                <a:ea typeface="Tahoma"/>
                <a:cs typeface="Tahoma"/>
              </a:defRPr>
            </a:lvl3pPr>
            <a:lvl4pPr>
              <a:defRPr sz="1575" b="0">
                <a:solidFill>
                  <a:srgbClr val="526B79"/>
                </a:solidFill>
                <a:latin typeface="Tahoma"/>
                <a:ea typeface="Tahoma"/>
                <a:cs typeface="Tahoma"/>
              </a:defRPr>
            </a:lvl4pPr>
            <a:lvl5pPr>
              <a:defRPr sz="1575" b="0">
                <a:solidFill>
                  <a:srgbClr val="526B79"/>
                </a:solidFill>
                <a:latin typeface="Tahoma"/>
                <a:ea typeface="Tahoma"/>
                <a:cs typeface="Tahoma"/>
              </a:defRPr>
            </a:lvl5pPr>
            <a:lvl6pPr>
              <a:defRPr sz="1575" b="0">
                <a:solidFill>
                  <a:srgbClr val="526B79"/>
                </a:solidFill>
                <a:latin typeface="Tahoma"/>
                <a:ea typeface="Tahoma"/>
                <a:cs typeface="Tahoma"/>
              </a:defRPr>
            </a:lvl6pPr>
            <a:lvl7pPr>
              <a:defRPr sz="1575" b="0">
                <a:solidFill>
                  <a:srgbClr val="526B79"/>
                </a:solidFill>
                <a:latin typeface="Tahoma"/>
                <a:ea typeface="Tahoma"/>
                <a:cs typeface="Tahoma"/>
              </a:defRPr>
            </a:lvl7pPr>
            <a:lvl8pPr>
              <a:defRPr sz="1575" b="0">
                <a:solidFill>
                  <a:srgbClr val="526B79"/>
                </a:solidFill>
                <a:latin typeface="Tahoma"/>
                <a:ea typeface="Tahoma"/>
                <a:cs typeface="Tahoma"/>
              </a:defRPr>
            </a:lvl8pPr>
            <a:lvl9pPr>
              <a:defRPr sz="1575" b="0">
                <a:solidFill>
                  <a:srgbClr val="526B79"/>
                </a:solidFill>
                <a:latin typeface="Tahoma"/>
                <a:ea typeface="Tahoma"/>
                <a:cs typeface="Tahoma"/>
              </a:defRPr>
            </a:lvl9pPr>
          </a:lstStyle>
          <a:p xmlns:a="http://schemas.openxmlformats.org/drawingml/2006/main">
            <a:pPr>
              <a:defRPr sz="1575" b="0">
                <a:solidFill>
                  <a:srgbClr val="526B79"/>
                </a:solidFill>
                <a:latin typeface="Tahoma"/>
                <a:ea typeface="Tahoma"/>
                <a:cs typeface="Tahoma"/>
              </a:defRPr>
            </a:pPr>
            <a:r>
              <a:rPr sz="1575" b="0">
                <a:solidFill>
                  <a:srgbClr val="526B79"/>
                </a:solidFill>
                <a:latin typeface="Tahoma"/>
                <a:ea typeface="Tahoma"/>
                <a:cs typeface="Tahoma"/>
              </a:rPr>
              <a:t>ผู้สนทนาใช้บริการ ส่วนเจ้าของบอทและทีมแพลตฟอร์มดูแลงานตามสิทธิ์</a:t>
            </a:r>
          </a:p>
        </p:txBody>
      </p:sp>
      <p:sp>
        <p:nvSpPr>
          <p:cNvPr id="4" name="">
            <a:extLst xmlns:a="http://schemas.openxmlformats.org/drawingml/2006/main">
              <a:ext uri="{FF2B5EF4-FFF2-40B4-BE49-F238E27FC236}">
                <a16:creationId xmlns:a16="http://schemas.microsoft.com/office/drawing/2014/main" id="{55498101-19F0-40AF-8424-0155BE3229E7}"/>
              </a:ext>
            </a:extLst>
          </p:cNvPr>
          <p:cNvSpPr>
            <a:spLocks xmlns:a="http://schemas.openxmlformats.org/drawingml/2006/main" noGrp="1"/>
          </p:cNvSpPr>
          <p:nvPr/>
        </p:nvSpPr>
        <p:spPr>
          <a:xfrm xmlns:a="http://schemas.openxmlformats.org/drawingml/2006/main">
            <a:off x="666750" y="1885950"/>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95"/>
                </a:solidFill>
                <a:latin typeface="Tahoma"/>
                <a:ea typeface="Tahoma"/>
                <a:cs typeface="Tahoma"/>
              </a:defRPr>
            </a:defPPr>
            <a:lvl1pPr>
              <a:defRPr sz="1500" b="1">
                <a:solidFill>
                  <a:srgbClr val="087E95"/>
                </a:solidFill>
                <a:latin typeface="Tahoma"/>
                <a:ea typeface="Tahoma"/>
                <a:cs typeface="Tahoma"/>
              </a:defRPr>
            </a:lvl1pPr>
            <a:lvl2pPr>
              <a:defRPr sz="1500" b="1">
                <a:solidFill>
                  <a:srgbClr val="087E95"/>
                </a:solidFill>
                <a:latin typeface="Tahoma"/>
                <a:ea typeface="Tahoma"/>
                <a:cs typeface="Tahoma"/>
              </a:defRPr>
            </a:lvl2pPr>
            <a:lvl3pPr>
              <a:defRPr sz="1500" b="1">
                <a:solidFill>
                  <a:srgbClr val="087E95"/>
                </a:solidFill>
                <a:latin typeface="Tahoma"/>
                <a:ea typeface="Tahoma"/>
                <a:cs typeface="Tahoma"/>
              </a:defRPr>
            </a:lvl3pPr>
            <a:lvl4pPr>
              <a:defRPr sz="1500" b="1">
                <a:solidFill>
                  <a:srgbClr val="087E95"/>
                </a:solidFill>
                <a:latin typeface="Tahoma"/>
                <a:ea typeface="Tahoma"/>
                <a:cs typeface="Tahoma"/>
              </a:defRPr>
            </a:lvl4pPr>
            <a:lvl5pPr>
              <a:defRPr sz="1500" b="1">
                <a:solidFill>
                  <a:srgbClr val="087E95"/>
                </a:solidFill>
                <a:latin typeface="Tahoma"/>
                <a:ea typeface="Tahoma"/>
                <a:cs typeface="Tahoma"/>
              </a:defRPr>
            </a:lvl5pPr>
            <a:lvl6pPr>
              <a:defRPr sz="1500" b="1">
                <a:solidFill>
                  <a:srgbClr val="087E95"/>
                </a:solidFill>
                <a:latin typeface="Tahoma"/>
                <a:ea typeface="Tahoma"/>
                <a:cs typeface="Tahoma"/>
              </a:defRPr>
            </a:lvl6pPr>
            <a:lvl7pPr>
              <a:defRPr sz="1500" b="1">
                <a:solidFill>
                  <a:srgbClr val="087E95"/>
                </a:solidFill>
                <a:latin typeface="Tahoma"/>
                <a:ea typeface="Tahoma"/>
                <a:cs typeface="Tahoma"/>
              </a:defRPr>
            </a:lvl7pPr>
            <a:lvl8pPr>
              <a:defRPr sz="1500" b="1">
                <a:solidFill>
                  <a:srgbClr val="087E95"/>
                </a:solidFill>
                <a:latin typeface="Tahoma"/>
                <a:ea typeface="Tahoma"/>
                <a:cs typeface="Tahoma"/>
              </a:defRPr>
            </a:lvl8pPr>
            <a:lvl9pPr>
              <a:defRPr sz="1500" b="1">
                <a:solidFill>
                  <a:srgbClr val="087E95"/>
                </a:solidFill>
                <a:latin typeface="Tahoma"/>
                <a:ea typeface="Tahoma"/>
                <a:cs typeface="Tahoma"/>
              </a:defRPr>
            </a:lvl9pPr>
          </a:lstStyle>
          <a:p xmlns:a="http://schemas.openxmlformats.org/drawingml/2006/main">
            <a:pPr>
              <a:defRPr sz="1500" b="1">
                <a:solidFill>
                  <a:srgbClr val="087E95"/>
                </a:solidFill>
                <a:latin typeface="Tahoma"/>
                <a:ea typeface="Tahoma"/>
                <a:cs typeface="Tahoma"/>
              </a:defRPr>
            </a:pPr>
            <a:r>
              <a:rPr sz="1500" b="1">
                <a:solidFill>
                  <a:srgbClr val="087E95"/>
                </a:solidFill>
                <a:latin typeface="Tahoma"/>
                <a:ea typeface="Tahoma"/>
                <a:cs typeface="Tahoma"/>
              </a:rPr>
              <a:t>ผู้เกี่ยวข้อง</a:t>
            </a:r>
          </a:p>
        </p:txBody>
      </p:sp>
      <p:sp>
        <p:nvSpPr>
          <p:cNvPr id="5" name="">
            <a:extLst xmlns:a="http://schemas.openxmlformats.org/drawingml/2006/main">
              <a:ext uri="{FF2B5EF4-FFF2-40B4-BE49-F238E27FC236}">
                <a16:creationId xmlns:a16="http://schemas.microsoft.com/office/drawing/2014/main" id="{B33C8588-4725-4624-B18A-75A4C2DF2507}"/>
              </a:ext>
            </a:extLst>
          </p:cNvPr>
          <p:cNvSpPr>
            <a:spLocks xmlns:a="http://schemas.openxmlformats.org/drawingml/2006/main" noGrp="1"/>
          </p:cNvSpPr>
          <p:nvPr/>
        </p:nvSpPr>
        <p:spPr>
          <a:xfrm xmlns:a="http://schemas.openxmlformats.org/drawingml/2006/main">
            <a:off x="3381375" y="1885950"/>
            <a:ext cx="447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95"/>
                </a:solidFill>
                <a:latin typeface="Tahoma"/>
                <a:ea typeface="Tahoma"/>
                <a:cs typeface="Tahoma"/>
              </a:defRPr>
            </a:defPPr>
            <a:lvl1pPr>
              <a:defRPr sz="1500" b="1">
                <a:solidFill>
                  <a:srgbClr val="087E95"/>
                </a:solidFill>
                <a:latin typeface="Tahoma"/>
                <a:ea typeface="Tahoma"/>
                <a:cs typeface="Tahoma"/>
              </a:defRPr>
            </a:lvl1pPr>
            <a:lvl2pPr>
              <a:defRPr sz="1500" b="1">
                <a:solidFill>
                  <a:srgbClr val="087E95"/>
                </a:solidFill>
                <a:latin typeface="Tahoma"/>
                <a:ea typeface="Tahoma"/>
                <a:cs typeface="Tahoma"/>
              </a:defRPr>
            </a:lvl2pPr>
            <a:lvl3pPr>
              <a:defRPr sz="1500" b="1">
                <a:solidFill>
                  <a:srgbClr val="087E95"/>
                </a:solidFill>
                <a:latin typeface="Tahoma"/>
                <a:ea typeface="Tahoma"/>
                <a:cs typeface="Tahoma"/>
              </a:defRPr>
            </a:lvl3pPr>
            <a:lvl4pPr>
              <a:defRPr sz="1500" b="1">
                <a:solidFill>
                  <a:srgbClr val="087E95"/>
                </a:solidFill>
                <a:latin typeface="Tahoma"/>
                <a:ea typeface="Tahoma"/>
                <a:cs typeface="Tahoma"/>
              </a:defRPr>
            </a:lvl4pPr>
            <a:lvl5pPr>
              <a:defRPr sz="1500" b="1">
                <a:solidFill>
                  <a:srgbClr val="087E95"/>
                </a:solidFill>
                <a:latin typeface="Tahoma"/>
                <a:ea typeface="Tahoma"/>
                <a:cs typeface="Tahoma"/>
              </a:defRPr>
            </a:lvl5pPr>
            <a:lvl6pPr>
              <a:defRPr sz="1500" b="1">
                <a:solidFill>
                  <a:srgbClr val="087E95"/>
                </a:solidFill>
                <a:latin typeface="Tahoma"/>
                <a:ea typeface="Tahoma"/>
                <a:cs typeface="Tahoma"/>
              </a:defRPr>
            </a:lvl6pPr>
            <a:lvl7pPr>
              <a:defRPr sz="1500" b="1">
                <a:solidFill>
                  <a:srgbClr val="087E95"/>
                </a:solidFill>
                <a:latin typeface="Tahoma"/>
                <a:ea typeface="Tahoma"/>
                <a:cs typeface="Tahoma"/>
              </a:defRPr>
            </a:lvl7pPr>
            <a:lvl8pPr>
              <a:defRPr sz="1500" b="1">
                <a:solidFill>
                  <a:srgbClr val="087E95"/>
                </a:solidFill>
                <a:latin typeface="Tahoma"/>
                <a:ea typeface="Tahoma"/>
                <a:cs typeface="Tahoma"/>
              </a:defRPr>
            </a:lvl8pPr>
            <a:lvl9pPr>
              <a:defRPr sz="1500" b="1">
                <a:solidFill>
                  <a:srgbClr val="087E95"/>
                </a:solidFill>
                <a:latin typeface="Tahoma"/>
                <a:ea typeface="Tahoma"/>
                <a:cs typeface="Tahoma"/>
              </a:defRPr>
            </a:lvl9pPr>
          </a:lstStyle>
          <a:p xmlns:a="http://schemas.openxmlformats.org/drawingml/2006/main">
            <a:pPr>
              <a:defRPr sz="1500" b="1">
                <a:solidFill>
                  <a:srgbClr val="087E95"/>
                </a:solidFill>
                <a:latin typeface="Tahoma"/>
                <a:ea typeface="Tahoma"/>
                <a:cs typeface="Tahoma"/>
              </a:defRPr>
            </a:pPr>
            <a:r>
              <a:rPr sz="1500" b="1">
                <a:solidFill>
                  <a:srgbClr val="087E95"/>
                </a:solidFill>
                <a:latin typeface="Tahoma"/>
                <a:ea typeface="Tahoma"/>
                <a:cs typeface="Tahoma"/>
              </a:rPr>
              <a:t>หน้าที่หลัก</a:t>
            </a:r>
          </a:p>
        </p:txBody>
      </p:sp>
      <p:sp>
        <p:nvSpPr>
          <p:cNvPr id="6" name="">
            <a:extLst xmlns:a="http://schemas.openxmlformats.org/drawingml/2006/main">
              <a:ext uri="{FF2B5EF4-FFF2-40B4-BE49-F238E27FC236}">
                <a16:creationId xmlns:a16="http://schemas.microsoft.com/office/drawing/2014/main" id="{B6116629-2B0C-4724-A84C-E2902B9F0D9A}"/>
              </a:ext>
            </a:extLst>
          </p:cNvPr>
          <p:cNvSpPr>
            <a:spLocks xmlns:a="http://schemas.openxmlformats.org/drawingml/2006/main" noGrp="1"/>
          </p:cNvSpPr>
          <p:nvPr/>
        </p:nvSpPr>
        <p:spPr>
          <a:xfrm xmlns:a="http://schemas.openxmlformats.org/drawingml/2006/main">
            <a:off x="8239125" y="188595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87E95"/>
                </a:solidFill>
                <a:latin typeface="Tahoma"/>
                <a:ea typeface="Tahoma"/>
                <a:cs typeface="Tahoma"/>
              </a:defRPr>
            </a:defPPr>
            <a:lvl1pPr>
              <a:defRPr sz="1500" b="1">
                <a:solidFill>
                  <a:srgbClr val="087E95"/>
                </a:solidFill>
                <a:latin typeface="Tahoma"/>
                <a:ea typeface="Tahoma"/>
                <a:cs typeface="Tahoma"/>
              </a:defRPr>
            </a:lvl1pPr>
            <a:lvl2pPr>
              <a:defRPr sz="1500" b="1">
                <a:solidFill>
                  <a:srgbClr val="087E95"/>
                </a:solidFill>
                <a:latin typeface="Tahoma"/>
                <a:ea typeface="Tahoma"/>
                <a:cs typeface="Tahoma"/>
              </a:defRPr>
            </a:lvl2pPr>
            <a:lvl3pPr>
              <a:defRPr sz="1500" b="1">
                <a:solidFill>
                  <a:srgbClr val="087E95"/>
                </a:solidFill>
                <a:latin typeface="Tahoma"/>
                <a:ea typeface="Tahoma"/>
                <a:cs typeface="Tahoma"/>
              </a:defRPr>
            </a:lvl3pPr>
            <a:lvl4pPr>
              <a:defRPr sz="1500" b="1">
                <a:solidFill>
                  <a:srgbClr val="087E95"/>
                </a:solidFill>
                <a:latin typeface="Tahoma"/>
                <a:ea typeface="Tahoma"/>
                <a:cs typeface="Tahoma"/>
              </a:defRPr>
            </a:lvl4pPr>
            <a:lvl5pPr>
              <a:defRPr sz="1500" b="1">
                <a:solidFill>
                  <a:srgbClr val="087E95"/>
                </a:solidFill>
                <a:latin typeface="Tahoma"/>
                <a:ea typeface="Tahoma"/>
                <a:cs typeface="Tahoma"/>
              </a:defRPr>
            </a:lvl5pPr>
            <a:lvl6pPr>
              <a:defRPr sz="1500" b="1">
                <a:solidFill>
                  <a:srgbClr val="087E95"/>
                </a:solidFill>
                <a:latin typeface="Tahoma"/>
                <a:ea typeface="Tahoma"/>
                <a:cs typeface="Tahoma"/>
              </a:defRPr>
            </a:lvl6pPr>
            <a:lvl7pPr>
              <a:defRPr sz="1500" b="1">
                <a:solidFill>
                  <a:srgbClr val="087E95"/>
                </a:solidFill>
                <a:latin typeface="Tahoma"/>
                <a:ea typeface="Tahoma"/>
                <a:cs typeface="Tahoma"/>
              </a:defRPr>
            </a:lvl7pPr>
            <a:lvl8pPr>
              <a:defRPr sz="1500" b="1">
                <a:solidFill>
                  <a:srgbClr val="087E95"/>
                </a:solidFill>
                <a:latin typeface="Tahoma"/>
                <a:ea typeface="Tahoma"/>
                <a:cs typeface="Tahoma"/>
              </a:defRPr>
            </a:lvl8pPr>
            <a:lvl9pPr>
              <a:defRPr sz="1500" b="1">
                <a:solidFill>
                  <a:srgbClr val="087E95"/>
                </a:solidFill>
                <a:latin typeface="Tahoma"/>
                <a:ea typeface="Tahoma"/>
                <a:cs typeface="Tahoma"/>
              </a:defRPr>
            </a:lvl9pPr>
          </a:lstStyle>
          <a:p xmlns:a="http://schemas.openxmlformats.org/drawingml/2006/main">
            <a:pPr>
              <a:defRPr sz="1500" b="1">
                <a:solidFill>
                  <a:srgbClr val="087E95"/>
                </a:solidFill>
                <a:latin typeface="Tahoma"/>
                <a:ea typeface="Tahoma"/>
                <a:cs typeface="Tahoma"/>
              </a:defRPr>
            </a:pPr>
            <a:r>
              <a:rPr sz="1500" b="1">
                <a:solidFill>
                  <a:srgbClr val="087E95"/>
                </a:solidFill>
                <a:latin typeface="Tahoma"/>
                <a:ea typeface="Tahoma"/>
                <a:cs typeface="Tahoma"/>
              </a:rPr>
              <a:t>ขอบเขตการทำงาน</a:t>
            </a:r>
          </a:p>
        </p:txBody>
      </p:sp>
      <p:sp>
        <p:nvSpPr>
          <p:cNvPr id="7" name="">
            <a:extLst xmlns:a="http://schemas.openxmlformats.org/drawingml/2006/main">
              <a:ext uri="{FF2B5EF4-FFF2-40B4-BE49-F238E27FC236}">
                <a16:creationId xmlns:a16="http://schemas.microsoft.com/office/drawing/2014/main" id="{348026DA-983B-4A93-BFB3-2A8DE8D49557}"/>
              </a:ext>
            </a:extLst>
          </p:cNvPr>
          <p:cNvSpPr>
            <a:spLocks xmlns:a="http://schemas.openxmlformats.org/drawingml/2006/main" noGrp="1"/>
          </p:cNvSpPr>
          <p:nvPr/>
        </p:nvSpPr>
        <p:spPr>
          <a:xfrm xmlns:a="http://schemas.openxmlformats.org/drawingml/2006/main">
            <a:off x="619125" y="2324100"/>
            <a:ext cx="10906125" cy="19050"/>
          </a:xfrm>
          <a:prstGeom xmlns:a="http://schemas.openxmlformats.org/drawingml/2006/main" prst="rect">
            <a:avLst/>
          </a:prstGeom>
          <a:solidFill xmlns:a="http://schemas.openxmlformats.org/drawingml/2006/main">
            <a:srgbClr val="E0EAE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B05EEC-62D0-4EDF-8CF6-9F014C3534C1}"/>
              </a:ext>
            </a:extLst>
          </p:cNvPr>
          <p:cNvSpPr>
            <a:spLocks xmlns:a="http://schemas.openxmlformats.org/drawingml/2006/main" noGrp="1"/>
          </p:cNvSpPr>
          <p:nvPr/>
        </p:nvSpPr>
        <p:spPr>
          <a:xfrm xmlns:a="http://schemas.openxmlformats.org/drawingml/2006/main">
            <a:off x="666750" y="24765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8"/>
                </a:solidFill>
                <a:latin typeface="Tahoma"/>
                <a:ea typeface="Tahoma"/>
                <a:cs typeface="Tahoma"/>
              </a:defRPr>
            </a:defPPr>
            <a:lvl1pPr>
              <a:defRPr sz="1875" b="1">
                <a:solidFill>
                  <a:srgbClr val="183448"/>
                </a:solidFill>
                <a:latin typeface="Tahoma"/>
                <a:ea typeface="Tahoma"/>
                <a:cs typeface="Tahoma"/>
              </a:defRPr>
            </a:lvl1pPr>
            <a:lvl2pPr>
              <a:defRPr sz="1875" b="1">
                <a:solidFill>
                  <a:srgbClr val="183448"/>
                </a:solidFill>
                <a:latin typeface="Tahoma"/>
                <a:ea typeface="Tahoma"/>
                <a:cs typeface="Tahoma"/>
              </a:defRPr>
            </a:lvl2pPr>
            <a:lvl3pPr>
              <a:defRPr sz="1875" b="1">
                <a:solidFill>
                  <a:srgbClr val="183448"/>
                </a:solidFill>
                <a:latin typeface="Tahoma"/>
                <a:ea typeface="Tahoma"/>
                <a:cs typeface="Tahoma"/>
              </a:defRPr>
            </a:lvl3pPr>
            <a:lvl4pPr>
              <a:defRPr sz="1875" b="1">
                <a:solidFill>
                  <a:srgbClr val="183448"/>
                </a:solidFill>
                <a:latin typeface="Tahoma"/>
                <a:ea typeface="Tahoma"/>
                <a:cs typeface="Tahoma"/>
              </a:defRPr>
            </a:lvl4pPr>
            <a:lvl5pPr>
              <a:defRPr sz="1875" b="1">
                <a:solidFill>
                  <a:srgbClr val="183448"/>
                </a:solidFill>
                <a:latin typeface="Tahoma"/>
                <a:ea typeface="Tahoma"/>
                <a:cs typeface="Tahoma"/>
              </a:defRPr>
            </a:lvl5pPr>
            <a:lvl6pPr>
              <a:defRPr sz="1875" b="1">
                <a:solidFill>
                  <a:srgbClr val="183448"/>
                </a:solidFill>
                <a:latin typeface="Tahoma"/>
                <a:ea typeface="Tahoma"/>
                <a:cs typeface="Tahoma"/>
              </a:defRPr>
            </a:lvl6pPr>
            <a:lvl7pPr>
              <a:defRPr sz="1875" b="1">
                <a:solidFill>
                  <a:srgbClr val="183448"/>
                </a:solidFill>
                <a:latin typeface="Tahoma"/>
                <a:ea typeface="Tahoma"/>
                <a:cs typeface="Tahoma"/>
              </a:defRPr>
            </a:lvl7pPr>
            <a:lvl8pPr>
              <a:defRPr sz="1875" b="1">
                <a:solidFill>
                  <a:srgbClr val="183448"/>
                </a:solidFill>
                <a:latin typeface="Tahoma"/>
                <a:ea typeface="Tahoma"/>
                <a:cs typeface="Tahoma"/>
              </a:defRPr>
            </a:lvl8pPr>
            <a:lvl9pPr>
              <a:defRPr sz="1875" b="1">
                <a:solidFill>
                  <a:srgbClr val="183448"/>
                </a:solidFill>
                <a:latin typeface="Tahoma"/>
                <a:ea typeface="Tahoma"/>
                <a:cs typeface="Tahoma"/>
              </a:defRPr>
            </a:lvl9pPr>
          </a:lstStyle>
          <a:p xmlns:a="http://schemas.openxmlformats.org/drawingml/2006/main">
            <a:pPr>
              <a:defRPr sz="1875" b="1">
                <a:solidFill>
                  <a:srgbClr val="183448"/>
                </a:solidFill>
                <a:latin typeface="Tahoma"/>
                <a:ea typeface="Tahoma"/>
                <a:cs typeface="Tahoma"/>
              </a:defRPr>
            </a:pPr>
            <a:r>
              <a:rPr sz="1875" b="1">
                <a:solidFill>
                  <a:srgbClr val="183448"/>
                </a:solidFill>
                <a:latin typeface="Tahoma"/>
                <a:ea typeface="Tahoma"/>
                <a:cs typeface="Tahoma"/>
              </a:rPr>
              <a:t>ผู้สนทนา</a:t>
            </a:r>
          </a:p>
        </p:txBody>
      </p:sp>
      <p:sp>
        <p:nvSpPr>
          <p:cNvPr id="9" name="">
            <a:extLst xmlns:a="http://schemas.openxmlformats.org/drawingml/2006/main">
              <a:ext uri="{FF2B5EF4-FFF2-40B4-BE49-F238E27FC236}">
                <a16:creationId xmlns:a16="http://schemas.microsoft.com/office/drawing/2014/main" id="{68216590-0F58-48FE-9C30-BD4623890B99}"/>
              </a:ext>
            </a:extLst>
          </p:cNvPr>
          <p:cNvSpPr>
            <a:spLocks xmlns:a="http://schemas.openxmlformats.org/drawingml/2006/main" noGrp="1"/>
          </p:cNvSpPr>
          <p:nvPr/>
        </p:nvSpPr>
        <p:spPr>
          <a:xfrm xmlns:a="http://schemas.openxmlformats.org/drawingml/2006/main">
            <a:off x="3381375" y="2486025"/>
            <a:ext cx="4667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83448"/>
                </a:solidFill>
                <a:latin typeface="Tahoma"/>
                <a:ea typeface="Tahoma"/>
                <a:cs typeface="Tahoma"/>
              </a:defRPr>
            </a:defPPr>
            <a:lvl1pPr>
              <a:defRPr sz="1575" b="0">
                <a:solidFill>
                  <a:srgbClr val="183448"/>
                </a:solidFill>
                <a:latin typeface="Tahoma"/>
                <a:ea typeface="Tahoma"/>
                <a:cs typeface="Tahoma"/>
              </a:defRPr>
            </a:lvl1pPr>
            <a:lvl2pPr>
              <a:defRPr sz="1575" b="0">
                <a:solidFill>
                  <a:srgbClr val="183448"/>
                </a:solidFill>
                <a:latin typeface="Tahoma"/>
                <a:ea typeface="Tahoma"/>
                <a:cs typeface="Tahoma"/>
              </a:defRPr>
            </a:lvl2pPr>
            <a:lvl3pPr>
              <a:defRPr sz="1575" b="0">
                <a:solidFill>
                  <a:srgbClr val="183448"/>
                </a:solidFill>
                <a:latin typeface="Tahoma"/>
                <a:ea typeface="Tahoma"/>
                <a:cs typeface="Tahoma"/>
              </a:defRPr>
            </a:lvl3pPr>
            <a:lvl4pPr>
              <a:defRPr sz="1575" b="0">
                <a:solidFill>
                  <a:srgbClr val="183448"/>
                </a:solidFill>
                <a:latin typeface="Tahoma"/>
                <a:ea typeface="Tahoma"/>
                <a:cs typeface="Tahoma"/>
              </a:defRPr>
            </a:lvl4pPr>
            <a:lvl5pPr>
              <a:defRPr sz="1575" b="0">
                <a:solidFill>
                  <a:srgbClr val="183448"/>
                </a:solidFill>
                <a:latin typeface="Tahoma"/>
                <a:ea typeface="Tahoma"/>
                <a:cs typeface="Tahoma"/>
              </a:defRPr>
            </a:lvl5pPr>
            <a:lvl6pPr>
              <a:defRPr sz="1575" b="0">
                <a:solidFill>
                  <a:srgbClr val="183448"/>
                </a:solidFill>
                <a:latin typeface="Tahoma"/>
                <a:ea typeface="Tahoma"/>
                <a:cs typeface="Tahoma"/>
              </a:defRPr>
            </a:lvl6pPr>
            <a:lvl7pPr>
              <a:defRPr sz="1575" b="0">
                <a:solidFill>
                  <a:srgbClr val="183448"/>
                </a:solidFill>
                <a:latin typeface="Tahoma"/>
                <a:ea typeface="Tahoma"/>
                <a:cs typeface="Tahoma"/>
              </a:defRPr>
            </a:lvl7pPr>
            <a:lvl8pPr>
              <a:defRPr sz="1575" b="0">
                <a:solidFill>
                  <a:srgbClr val="183448"/>
                </a:solidFill>
                <a:latin typeface="Tahoma"/>
                <a:ea typeface="Tahoma"/>
                <a:cs typeface="Tahoma"/>
              </a:defRPr>
            </a:lvl8pPr>
            <a:lvl9pPr>
              <a:defRPr sz="1575" b="0">
                <a:solidFill>
                  <a:srgbClr val="183448"/>
                </a:solidFill>
                <a:latin typeface="Tahoma"/>
                <a:ea typeface="Tahoma"/>
                <a:cs typeface="Tahoma"/>
              </a:defRPr>
            </a:lvl9pPr>
          </a:lstStyle>
          <a:p xmlns:a="http://schemas.openxmlformats.org/drawingml/2006/main">
            <a:pPr>
              <a:defRPr sz="1575" b="0">
                <a:solidFill>
                  <a:srgbClr val="183448"/>
                </a:solidFill>
                <a:latin typeface="Tahoma"/>
                <a:ea typeface="Tahoma"/>
                <a:cs typeface="Tahoma"/>
              </a:defRPr>
            </a:pPr>
            <a:r>
              <a:rPr sz="1575" b="0">
                <a:solidFill>
                  <a:srgbClr val="183448"/>
                </a:solidFill>
                <a:latin typeface="Tahoma"/>
                <a:ea typeface="Tahoma"/>
                <a:cs typeface="Tahoma"/>
              </a:rPr>
              <a:t>ถามข้อมูลและขอความช่วยเหลือ</a:t>
            </a:r>
          </a:p>
        </p:txBody>
      </p:sp>
      <p:sp>
        <p:nvSpPr>
          <p:cNvPr id="10" name="">
            <a:extLst xmlns:a="http://schemas.openxmlformats.org/drawingml/2006/main">
              <a:ext uri="{FF2B5EF4-FFF2-40B4-BE49-F238E27FC236}">
                <a16:creationId xmlns:a16="http://schemas.microsoft.com/office/drawing/2014/main" id="{8532C894-1EEF-4674-987F-5D741932170A}"/>
              </a:ext>
            </a:extLst>
          </p:cNvPr>
          <p:cNvSpPr>
            <a:spLocks xmlns:a="http://schemas.openxmlformats.org/drawingml/2006/main" noGrp="1"/>
          </p:cNvSpPr>
          <p:nvPr/>
        </p:nvSpPr>
        <p:spPr>
          <a:xfrm xmlns:a="http://schemas.openxmlformats.org/drawingml/2006/main">
            <a:off x="8239125" y="2486025"/>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9"/>
                </a:solidFill>
                <a:latin typeface="Tahoma"/>
                <a:ea typeface="Tahoma"/>
                <a:cs typeface="Tahoma"/>
              </a:defRPr>
            </a:defPPr>
            <a:lvl1pPr>
              <a:defRPr sz="1425" b="0">
                <a:solidFill>
                  <a:srgbClr val="526B79"/>
                </a:solidFill>
                <a:latin typeface="Tahoma"/>
                <a:ea typeface="Tahoma"/>
                <a:cs typeface="Tahoma"/>
              </a:defRPr>
            </a:lvl1pPr>
            <a:lvl2pPr>
              <a:defRPr sz="1425" b="0">
                <a:solidFill>
                  <a:srgbClr val="526B79"/>
                </a:solidFill>
                <a:latin typeface="Tahoma"/>
                <a:ea typeface="Tahoma"/>
                <a:cs typeface="Tahoma"/>
              </a:defRPr>
            </a:lvl2pPr>
            <a:lvl3pPr>
              <a:defRPr sz="1425" b="0">
                <a:solidFill>
                  <a:srgbClr val="526B79"/>
                </a:solidFill>
                <a:latin typeface="Tahoma"/>
                <a:ea typeface="Tahoma"/>
                <a:cs typeface="Tahoma"/>
              </a:defRPr>
            </a:lvl3pPr>
            <a:lvl4pPr>
              <a:defRPr sz="1425" b="0">
                <a:solidFill>
                  <a:srgbClr val="526B79"/>
                </a:solidFill>
                <a:latin typeface="Tahoma"/>
                <a:ea typeface="Tahoma"/>
                <a:cs typeface="Tahoma"/>
              </a:defRPr>
            </a:lvl4pPr>
            <a:lvl5pPr>
              <a:defRPr sz="1425" b="0">
                <a:solidFill>
                  <a:srgbClr val="526B79"/>
                </a:solidFill>
                <a:latin typeface="Tahoma"/>
                <a:ea typeface="Tahoma"/>
                <a:cs typeface="Tahoma"/>
              </a:defRPr>
            </a:lvl5pPr>
            <a:lvl6pPr>
              <a:defRPr sz="1425" b="0">
                <a:solidFill>
                  <a:srgbClr val="526B79"/>
                </a:solidFill>
                <a:latin typeface="Tahoma"/>
                <a:ea typeface="Tahoma"/>
                <a:cs typeface="Tahoma"/>
              </a:defRPr>
            </a:lvl6pPr>
            <a:lvl7pPr>
              <a:defRPr sz="1425" b="0">
                <a:solidFill>
                  <a:srgbClr val="526B79"/>
                </a:solidFill>
                <a:latin typeface="Tahoma"/>
                <a:ea typeface="Tahoma"/>
                <a:cs typeface="Tahoma"/>
              </a:defRPr>
            </a:lvl7pPr>
            <a:lvl8pPr>
              <a:defRPr sz="1425" b="0">
                <a:solidFill>
                  <a:srgbClr val="526B79"/>
                </a:solidFill>
                <a:latin typeface="Tahoma"/>
                <a:ea typeface="Tahoma"/>
                <a:cs typeface="Tahoma"/>
              </a:defRPr>
            </a:lvl8pPr>
            <a:lvl9pPr>
              <a:defRPr sz="1425" b="0">
                <a:solidFill>
                  <a:srgbClr val="526B79"/>
                </a:solidFill>
                <a:latin typeface="Tahoma"/>
                <a:ea typeface="Tahoma"/>
                <a:cs typeface="Tahoma"/>
              </a:defRPr>
            </a:lvl9pPr>
          </a:lstStyle>
          <a:p xmlns:a="http://schemas.openxmlformats.org/drawingml/2006/main">
            <a:pPr>
              <a:defRPr sz="1425" b="0">
                <a:solidFill>
                  <a:srgbClr val="526B79"/>
                </a:solidFill>
                <a:latin typeface="Tahoma"/>
                <a:ea typeface="Tahoma"/>
                <a:cs typeface="Tahoma"/>
              </a:defRPr>
            </a:pPr>
            <a:r>
              <a:rPr sz="1425" b="0">
                <a:solidFill>
                  <a:srgbClr val="526B79"/>
                </a:solidFill>
                <a:latin typeface="Tahoma"/>
                <a:ea typeface="Tahoma"/>
                <a:cs typeface="Tahoma"/>
              </a:rPr>
              <a:t>LINE OA เป็นช่องทางลูกค้า</a:t>
            </a:r>
          </a:p>
        </p:txBody>
      </p:sp>
      <p:sp>
        <p:nvSpPr>
          <p:cNvPr id="11" name="">
            <a:extLst xmlns:a="http://schemas.openxmlformats.org/drawingml/2006/main">
              <a:ext uri="{FF2B5EF4-FFF2-40B4-BE49-F238E27FC236}">
                <a16:creationId xmlns:a16="http://schemas.microsoft.com/office/drawing/2014/main" id="{4AEF41A8-0642-4FE1-A5A9-AEB2E4C72A61}"/>
              </a:ext>
            </a:extLst>
          </p:cNvPr>
          <p:cNvSpPr>
            <a:spLocks xmlns:a="http://schemas.openxmlformats.org/drawingml/2006/main" noGrp="1"/>
          </p:cNvSpPr>
          <p:nvPr/>
        </p:nvSpPr>
        <p:spPr>
          <a:xfrm xmlns:a="http://schemas.openxmlformats.org/drawingml/2006/main">
            <a:off x="619125" y="3152775"/>
            <a:ext cx="10906125" cy="19050"/>
          </a:xfrm>
          <a:prstGeom xmlns:a="http://schemas.openxmlformats.org/drawingml/2006/main" prst="rect">
            <a:avLst/>
          </a:prstGeom>
          <a:solidFill xmlns:a="http://schemas.openxmlformats.org/drawingml/2006/main">
            <a:srgbClr val="E0EAE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3C374F6-08E4-4A06-870F-E580A0EDFFF7}"/>
              </a:ext>
            </a:extLst>
          </p:cNvPr>
          <p:cNvSpPr>
            <a:spLocks xmlns:a="http://schemas.openxmlformats.org/drawingml/2006/main" noGrp="1"/>
          </p:cNvSpPr>
          <p:nvPr/>
        </p:nvSpPr>
        <p:spPr>
          <a:xfrm xmlns:a="http://schemas.openxmlformats.org/drawingml/2006/main">
            <a:off x="666750" y="330517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8"/>
                </a:solidFill>
                <a:latin typeface="Tahoma"/>
                <a:ea typeface="Tahoma"/>
                <a:cs typeface="Tahoma"/>
              </a:defRPr>
            </a:defPPr>
            <a:lvl1pPr>
              <a:defRPr sz="1875" b="1">
                <a:solidFill>
                  <a:srgbClr val="183448"/>
                </a:solidFill>
                <a:latin typeface="Tahoma"/>
                <a:ea typeface="Tahoma"/>
                <a:cs typeface="Tahoma"/>
              </a:defRPr>
            </a:lvl1pPr>
            <a:lvl2pPr>
              <a:defRPr sz="1875" b="1">
                <a:solidFill>
                  <a:srgbClr val="183448"/>
                </a:solidFill>
                <a:latin typeface="Tahoma"/>
                <a:ea typeface="Tahoma"/>
                <a:cs typeface="Tahoma"/>
              </a:defRPr>
            </a:lvl2pPr>
            <a:lvl3pPr>
              <a:defRPr sz="1875" b="1">
                <a:solidFill>
                  <a:srgbClr val="183448"/>
                </a:solidFill>
                <a:latin typeface="Tahoma"/>
                <a:ea typeface="Tahoma"/>
                <a:cs typeface="Tahoma"/>
              </a:defRPr>
            </a:lvl3pPr>
            <a:lvl4pPr>
              <a:defRPr sz="1875" b="1">
                <a:solidFill>
                  <a:srgbClr val="183448"/>
                </a:solidFill>
                <a:latin typeface="Tahoma"/>
                <a:ea typeface="Tahoma"/>
                <a:cs typeface="Tahoma"/>
              </a:defRPr>
            </a:lvl4pPr>
            <a:lvl5pPr>
              <a:defRPr sz="1875" b="1">
                <a:solidFill>
                  <a:srgbClr val="183448"/>
                </a:solidFill>
                <a:latin typeface="Tahoma"/>
                <a:ea typeface="Tahoma"/>
                <a:cs typeface="Tahoma"/>
              </a:defRPr>
            </a:lvl5pPr>
            <a:lvl6pPr>
              <a:defRPr sz="1875" b="1">
                <a:solidFill>
                  <a:srgbClr val="183448"/>
                </a:solidFill>
                <a:latin typeface="Tahoma"/>
                <a:ea typeface="Tahoma"/>
                <a:cs typeface="Tahoma"/>
              </a:defRPr>
            </a:lvl6pPr>
            <a:lvl7pPr>
              <a:defRPr sz="1875" b="1">
                <a:solidFill>
                  <a:srgbClr val="183448"/>
                </a:solidFill>
                <a:latin typeface="Tahoma"/>
                <a:ea typeface="Tahoma"/>
                <a:cs typeface="Tahoma"/>
              </a:defRPr>
            </a:lvl7pPr>
            <a:lvl8pPr>
              <a:defRPr sz="1875" b="1">
                <a:solidFill>
                  <a:srgbClr val="183448"/>
                </a:solidFill>
                <a:latin typeface="Tahoma"/>
                <a:ea typeface="Tahoma"/>
                <a:cs typeface="Tahoma"/>
              </a:defRPr>
            </a:lvl8pPr>
            <a:lvl9pPr>
              <a:defRPr sz="1875" b="1">
                <a:solidFill>
                  <a:srgbClr val="183448"/>
                </a:solidFill>
                <a:latin typeface="Tahoma"/>
                <a:ea typeface="Tahoma"/>
                <a:cs typeface="Tahoma"/>
              </a:defRPr>
            </a:lvl9pPr>
          </a:lstStyle>
          <a:p xmlns:a="http://schemas.openxmlformats.org/drawingml/2006/main">
            <a:pPr>
              <a:defRPr sz="1875" b="1">
                <a:solidFill>
                  <a:srgbClr val="183448"/>
                </a:solidFill>
                <a:latin typeface="Tahoma"/>
                <a:ea typeface="Tahoma"/>
                <a:cs typeface="Tahoma"/>
              </a:defRPr>
            </a:pPr>
            <a:r>
              <a:rPr sz="1875" b="1">
                <a:solidFill>
                  <a:srgbClr val="183448"/>
                </a:solidFill>
                <a:latin typeface="Tahoma"/>
                <a:ea typeface="Tahoma"/>
                <a:cs typeface="Tahoma"/>
              </a:rPr>
              <a:t>เจ้าของบอท</a:t>
            </a:r>
          </a:p>
        </p:txBody>
      </p:sp>
      <p:sp>
        <p:nvSpPr>
          <p:cNvPr id="13" name="">
            <a:extLst xmlns:a="http://schemas.openxmlformats.org/drawingml/2006/main">
              <a:ext uri="{FF2B5EF4-FFF2-40B4-BE49-F238E27FC236}">
                <a16:creationId xmlns:a16="http://schemas.microsoft.com/office/drawing/2014/main" id="{A530EAF1-911E-4479-AB53-13EAB225B9E1}"/>
              </a:ext>
            </a:extLst>
          </p:cNvPr>
          <p:cNvSpPr>
            <a:spLocks xmlns:a="http://schemas.openxmlformats.org/drawingml/2006/main" noGrp="1"/>
          </p:cNvSpPr>
          <p:nvPr/>
        </p:nvSpPr>
        <p:spPr>
          <a:xfrm xmlns:a="http://schemas.openxmlformats.org/drawingml/2006/main">
            <a:off x="3381375" y="3314700"/>
            <a:ext cx="4667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83448"/>
                </a:solidFill>
                <a:latin typeface="Tahoma"/>
                <a:ea typeface="Tahoma"/>
                <a:cs typeface="Tahoma"/>
              </a:defRPr>
            </a:defPPr>
            <a:lvl1pPr>
              <a:defRPr sz="1575" b="0">
                <a:solidFill>
                  <a:srgbClr val="183448"/>
                </a:solidFill>
                <a:latin typeface="Tahoma"/>
                <a:ea typeface="Tahoma"/>
                <a:cs typeface="Tahoma"/>
              </a:defRPr>
            </a:lvl1pPr>
            <a:lvl2pPr>
              <a:defRPr sz="1575" b="0">
                <a:solidFill>
                  <a:srgbClr val="183448"/>
                </a:solidFill>
                <a:latin typeface="Tahoma"/>
                <a:ea typeface="Tahoma"/>
                <a:cs typeface="Tahoma"/>
              </a:defRPr>
            </a:lvl2pPr>
            <a:lvl3pPr>
              <a:defRPr sz="1575" b="0">
                <a:solidFill>
                  <a:srgbClr val="183448"/>
                </a:solidFill>
                <a:latin typeface="Tahoma"/>
                <a:ea typeface="Tahoma"/>
                <a:cs typeface="Tahoma"/>
              </a:defRPr>
            </a:lvl3pPr>
            <a:lvl4pPr>
              <a:defRPr sz="1575" b="0">
                <a:solidFill>
                  <a:srgbClr val="183448"/>
                </a:solidFill>
                <a:latin typeface="Tahoma"/>
                <a:ea typeface="Tahoma"/>
                <a:cs typeface="Tahoma"/>
              </a:defRPr>
            </a:lvl4pPr>
            <a:lvl5pPr>
              <a:defRPr sz="1575" b="0">
                <a:solidFill>
                  <a:srgbClr val="183448"/>
                </a:solidFill>
                <a:latin typeface="Tahoma"/>
                <a:ea typeface="Tahoma"/>
                <a:cs typeface="Tahoma"/>
              </a:defRPr>
            </a:lvl5pPr>
            <a:lvl6pPr>
              <a:defRPr sz="1575" b="0">
                <a:solidFill>
                  <a:srgbClr val="183448"/>
                </a:solidFill>
                <a:latin typeface="Tahoma"/>
                <a:ea typeface="Tahoma"/>
                <a:cs typeface="Tahoma"/>
              </a:defRPr>
            </a:lvl6pPr>
            <a:lvl7pPr>
              <a:defRPr sz="1575" b="0">
                <a:solidFill>
                  <a:srgbClr val="183448"/>
                </a:solidFill>
                <a:latin typeface="Tahoma"/>
                <a:ea typeface="Tahoma"/>
                <a:cs typeface="Tahoma"/>
              </a:defRPr>
            </a:lvl7pPr>
            <a:lvl8pPr>
              <a:defRPr sz="1575" b="0">
                <a:solidFill>
                  <a:srgbClr val="183448"/>
                </a:solidFill>
                <a:latin typeface="Tahoma"/>
                <a:ea typeface="Tahoma"/>
                <a:cs typeface="Tahoma"/>
              </a:defRPr>
            </a:lvl8pPr>
            <a:lvl9pPr>
              <a:defRPr sz="1575" b="0">
                <a:solidFill>
                  <a:srgbClr val="183448"/>
                </a:solidFill>
                <a:latin typeface="Tahoma"/>
                <a:ea typeface="Tahoma"/>
                <a:cs typeface="Tahoma"/>
              </a:defRPr>
            </a:lvl9pPr>
          </a:lstStyle>
          <a:p xmlns:a="http://schemas.openxmlformats.org/drawingml/2006/main">
            <a:pPr>
              <a:defRPr sz="1575" b="0">
                <a:solidFill>
                  <a:srgbClr val="183448"/>
                </a:solidFill>
                <a:latin typeface="Tahoma"/>
                <a:ea typeface="Tahoma"/>
                <a:cs typeface="Tahoma"/>
              </a:defRPr>
            </a:pPr>
            <a:r>
              <a:rPr sz="1575" b="0">
                <a:solidFill>
                  <a:srgbClr val="183448"/>
                </a:solidFill>
                <a:latin typeface="Tahoma"/>
                <a:ea typeface="Tahoma"/>
                <a:cs typeface="Tahoma"/>
              </a:rPr>
              <a:t>สร้างบอท เพิ่มเอกสาร และรับช่วงแชท</a:t>
            </a:r>
          </a:p>
        </p:txBody>
      </p:sp>
      <p:sp>
        <p:nvSpPr>
          <p:cNvPr id="14" name="">
            <a:extLst xmlns:a="http://schemas.openxmlformats.org/drawingml/2006/main">
              <a:ext uri="{FF2B5EF4-FFF2-40B4-BE49-F238E27FC236}">
                <a16:creationId xmlns:a16="http://schemas.microsoft.com/office/drawing/2014/main" id="{7E867AB5-DECF-42C6-93E9-7191FB29DC09}"/>
              </a:ext>
            </a:extLst>
          </p:cNvPr>
          <p:cNvSpPr>
            <a:spLocks xmlns:a="http://schemas.openxmlformats.org/drawingml/2006/main" noGrp="1"/>
          </p:cNvSpPr>
          <p:nvPr/>
        </p:nvSpPr>
        <p:spPr>
          <a:xfrm xmlns:a="http://schemas.openxmlformats.org/drawingml/2006/main">
            <a:off x="8239125" y="331470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9"/>
                </a:solidFill>
                <a:latin typeface="Tahoma"/>
                <a:ea typeface="Tahoma"/>
                <a:cs typeface="Tahoma"/>
              </a:defRPr>
            </a:defPPr>
            <a:lvl1pPr>
              <a:defRPr sz="1425" b="0">
                <a:solidFill>
                  <a:srgbClr val="526B79"/>
                </a:solidFill>
                <a:latin typeface="Tahoma"/>
                <a:ea typeface="Tahoma"/>
                <a:cs typeface="Tahoma"/>
              </a:defRPr>
            </a:lvl1pPr>
            <a:lvl2pPr>
              <a:defRPr sz="1425" b="0">
                <a:solidFill>
                  <a:srgbClr val="526B79"/>
                </a:solidFill>
                <a:latin typeface="Tahoma"/>
                <a:ea typeface="Tahoma"/>
                <a:cs typeface="Tahoma"/>
              </a:defRPr>
            </a:lvl2pPr>
            <a:lvl3pPr>
              <a:defRPr sz="1425" b="0">
                <a:solidFill>
                  <a:srgbClr val="526B79"/>
                </a:solidFill>
                <a:latin typeface="Tahoma"/>
                <a:ea typeface="Tahoma"/>
                <a:cs typeface="Tahoma"/>
              </a:defRPr>
            </a:lvl3pPr>
            <a:lvl4pPr>
              <a:defRPr sz="1425" b="0">
                <a:solidFill>
                  <a:srgbClr val="526B79"/>
                </a:solidFill>
                <a:latin typeface="Tahoma"/>
                <a:ea typeface="Tahoma"/>
                <a:cs typeface="Tahoma"/>
              </a:defRPr>
            </a:lvl4pPr>
            <a:lvl5pPr>
              <a:defRPr sz="1425" b="0">
                <a:solidFill>
                  <a:srgbClr val="526B79"/>
                </a:solidFill>
                <a:latin typeface="Tahoma"/>
                <a:ea typeface="Tahoma"/>
                <a:cs typeface="Tahoma"/>
              </a:defRPr>
            </a:lvl5pPr>
            <a:lvl6pPr>
              <a:defRPr sz="1425" b="0">
                <a:solidFill>
                  <a:srgbClr val="526B79"/>
                </a:solidFill>
                <a:latin typeface="Tahoma"/>
                <a:ea typeface="Tahoma"/>
                <a:cs typeface="Tahoma"/>
              </a:defRPr>
            </a:lvl6pPr>
            <a:lvl7pPr>
              <a:defRPr sz="1425" b="0">
                <a:solidFill>
                  <a:srgbClr val="526B79"/>
                </a:solidFill>
                <a:latin typeface="Tahoma"/>
                <a:ea typeface="Tahoma"/>
                <a:cs typeface="Tahoma"/>
              </a:defRPr>
            </a:lvl7pPr>
            <a:lvl8pPr>
              <a:defRPr sz="1425" b="0">
                <a:solidFill>
                  <a:srgbClr val="526B79"/>
                </a:solidFill>
                <a:latin typeface="Tahoma"/>
                <a:ea typeface="Tahoma"/>
                <a:cs typeface="Tahoma"/>
              </a:defRPr>
            </a:lvl8pPr>
            <a:lvl9pPr>
              <a:defRPr sz="1425" b="0">
                <a:solidFill>
                  <a:srgbClr val="526B79"/>
                </a:solidFill>
                <a:latin typeface="Tahoma"/>
                <a:ea typeface="Tahoma"/>
                <a:cs typeface="Tahoma"/>
              </a:defRPr>
            </a:lvl9pPr>
          </a:lstStyle>
          <a:p xmlns:a="http://schemas.openxmlformats.org/drawingml/2006/main">
            <a:pPr>
              <a:defRPr sz="1425" b="0">
                <a:solidFill>
                  <a:srgbClr val="526B79"/>
                </a:solidFill>
                <a:latin typeface="Tahoma"/>
                <a:ea typeface="Tahoma"/>
                <a:cs typeface="Tahoma"/>
              </a:defRPr>
            </a:pPr>
            <a:r>
              <a:rPr sz="1425" b="0">
                <a:solidFill>
                  <a:srgbClr val="526B79"/>
                </a:solidFill>
                <a:latin typeface="Tahoma"/>
                <a:ea typeface="Tahoma"/>
                <a:cs typeface="Tahoma"/>
              </a:rPr>
              <a:t>จัดการบอทของบัญชีตนเอง</a:t>
            </a:r>
          </a:p>
        </p:txBody>
      </p:sp>
      <p:sp>
        <p:nvSpPr>
          <p:cNvPr id="15" name="">
            <a:extLst xmlns:a="http://schemas.openxmlformats.org/drawingml/2006/main">
              <a:ext uri="{FF2B5EF4-FFF2-40B4-BE49-F238E27FC236}">
                <a16:creationId xmlns:a16="http://schemas.microsoft.com/office/drawing/2014/main" id="{C921C1EF-4DB2-484C-879F-BDB2C1B25E58}"/>
              </a:ext>
            </a:extLst>
          </p:cNvPr>
          <p:cNvSpPr>
            <a:spLocks xmlns:a="http://schemas.openxmlformats.org/drawingml/2006/main" noGrp="1"/>
          </p:cNvSpPr>
          <p:nvPr/>
        </p:nvSpPr>
        <p:spPr>
          <a:xfrm xmlns:a="http://schemas.openxmlformats.org/drawingml/2006/main">
            <a:off x="619125" y="3981450"/>
            <a:ext cx="10906125" cy="19050"/>
          </a:xfrm>
          <a:prstGeom xmlns:a="http://schemas.openxmlformats.org/drawingml/2006/main" prst="rect">
            <a:avLst/>
          </a:prstGeom>
          <a:solidFill xmlns:a="http://schemas.openxmlformats.org/drawingml/2006/main">
            <a:srgbClr val="E0EAE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34CAFD5-1063-45B4-8159-BEDCE3F7D699}"/>
              </a:ext>
            </a:extLst>
          </p:cNvPr>
          <p:cNvSpPr>
            <a:spLocks xmlns:a="http://schemas.openxmlformats.org/drawingml/2006/main" noGrp="1"/>
          </p:cNvSpPr>
          <p:nvPr/>
        </p:nvSpPr>
        <p:spPr>
          <a:xfrm xmlns:a="http://schemas.openxmlformats.org/drawingml/2006/main">
            <a:off x="666750" y="41338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8"/>
                </a:solidFill>
                <a:latin typeface="Tahoma"/>
                <a:ea typeface="Tahoma"/>
                <a:cs typeface="Tahoma"/>
              </a:defRPr>
            </a:defPPr>
            <a:lvl1pPr>
              <a:defRPr sz="1875" b="1">
                <a:solidFill>
                  <a:srgbClr val="183448"/>
                </a:solidFill>
                <a:latin typeface="Tahoma"/>
                <a:ea typeface="Tahoma"/>
                <a:cs typeface="Tahoma"/>
              </a:defRPr>
            </a:lvl1pPr>
            <a:lvl2pPr>
              <a:defRPr sz="1875" b="1">
                <a:solidFill>
                  <a:srgbClr val="183448"/>
                </a:solidFill>
                <a:latin typeface="Tahoma"/>
                <a:ea typeface="Tahoma"/>
                <a:cs typeface="Tahoma"/>
              </a:defRPr>
            </a:lvl2pPr>
            <a:lvl3pPr>
              <a:defRPr sz="1875" b="1">
                <a:solidFill>
                  <a:srgbClr val="183448"/>
                </a:solidFill>
                <a:latin typeface="Tahoma"/>
                <a:ea typeface="Tahoma"/>
                <a:cs typeface="Tahoma"/>
              </a:defRPr>
            </a:lvl3pPr>
            <a:lvl4pPr>
              <a:defRPr sz="1875" b="1">
                <a:solidFill>
                  <a:srgbClr val="183448"/>
                </a:solidFill>
                <a:latin typeface="Tahoma"/>
                <a:ea typeface="Tahoma"/>
                <a:cs typeface="Tahoma"/>
              </a:defRPr>
            </a:lvl4pPr>
            <a:lvl5pPr>
              <a:defRPr sz="1875" b="1">
                <a:solidFill>
                  <a:srgbClr val="183448"/>
                </a:solidFill>
                <a:latin typeface="Tahoma"/>
                <a:ea typeface="Tahoma"/>
                <a:cs typeface="Tahoma"/>
              </a:defRPr>
            </a:lvl5pPr>
            <a:lvl6pPr>
              <a:defRPr sz="1875" b="1">
                <a:solidFill>
                  <a:srgbClr val="183448"/>
                </a:solidFill>
                <a:latin typeface="Tahoma"/>
                <a:ea typeface="Tahoma"/>
                <a:cs typeface="Tahoma"/>
              </a:defRPr>
            </a:lvl6pPr>
            <a:lvl7pPr>
              <a:defRPr sz="1875" b="1">
                <a:solidFill>
                  <a:srgbClr val="183448"/>
                </a:solidFill>
                <a:latin typeface="Tahoma"/>
                <a:ea typeface="Tahoma"/>
                <a:cs typeface="Tahoma"/>
              </a:defRPr>
            </a:lvl7pPr>
            <a:lvl8pPr>
              <a:defRPr sz="1875" b="1">
                <a:solidFill>
                  <a:srgbClr val="183448"/>
                </a:solidFill>
                <a:latin typeface="Tahoma"/>
                <a:ea typeface="Tahoma"/>
                <a:cs typeface="Tahoma"/>
              </a:defRPr>
            </a:lvl8pPr>
            <a:lvl9pPr>
              <a:defRPr sz="1875" b="1">
                <a:solidFill>
                  <a:srgbClr val="183448"/>
                </a:solidFill>
                <a:latin typeface="Tahoma"/>
                <a:ea typeface="Tahoma"/>
                <a:cs typeface="Tahoma"/>
              </a:defRPr>
            </a:lvl9pPr>
          </a:lstStyle>
          <a:p xmlns:a="http://schemas.openxmlformats.org/drawingml/2006/main">
            <a:pPr>
              <a:defRPr sz="1875" b="1">
                <a:solidFill>
                  <a:srgbClr val="183448"/>
                </a:solidFill>
                <a:latin typeface="Tahoma"/>
                <a:ea typeface="Tahoma"/>
                <a:cs typeface="Tahoma"/>
              </a:defRPr>
            </a:pPr>
            <a:r>
              <a:rPr sz="1875" b="1">
                <a:solidFill>
                  <a:srgbClr val="183448"/>
                </a:solidFill>
                <a:latin typeface="Tahoma"/>
                <a:ea typeface="Tahoma"/>
                <a:cs typeface="Tahoma"/>
              </a:rPr>
              <a:t>Support</a:t>
            </a:r>
          </a:p>
        </p:txBody>
      </p:sp>
      <p:sp>
        <p:nvSpPr>
          <p:cNvPr id="17" name="">
            <a:extLst xmlns:a="http://schemas.openxmlformats.org/drawingml/2006/main">
              <a:ext uri="{FF2B5EF4-FFF2-40B4-BE49-F238E27FC236}">
                <a16:creationId xmlns:a16="http://schemas.microsoft.com/office/drawing/2014/main" id="{3A86E861-2596-4534-A1FF-0DC2DE90E18D}"/>
              </a:ext>
            </a:extLst>
          </p:cNvPr>
          <p:cNvSpPr>
            <a:spLocks xmlns:a="http://schemas.openxmlformats.org/drawingml/2006/main" noGrp="1"/>
          </p:cNvSpPr>
          <p:nvPr/>
        </p:nvSpPr>
        <p:spPr>
          <a:xfrm xmlns:a="http://schemas.openxmlformats.org/drawingml/2006/main">
            <a:off x="3381375" y="4143375"/>
            <a:ext cx="4667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83448"/>
                </a:solidFill>
                <a:latin typeface="Tahoma"/>
                <a:ea typeface="Tahoma"/>
                <a:cs typeface="Tahoma"/>
              </a:defRPr>
            </a:defPPr>
            <a:lvl1pPr>
              <a:defRPr sz="1575" b="0">
                <a:solidFill>
                  <a:srgbClr val="183448"/>
                </a:solidFill>
                <a:latin typeface="Tahoma"/>
                <a:ea typeface="Tahoma"/>
                <a:cs typeface="Tahoma"/>
              </a:defRPr>
            </a:lvl1pPr>
            <a:lvl2pPr>
              <a:defRPr sz="1575" b="0">
                <a:solidFill>
                  <a:srgbClr val="183448"/>
                </a:solidFill>
                <a:latin typeface="Tahoma"/>
                <a:ea typeface="Tahoma"/>
                <a:cs typeface="Tahoma"/>
              </a:defRPr>
            </a:lvl2pPr>
            <a:lvl3pPr>
              <a:defRPr sz="1575" b="0">
                <a:solidFill>
                  <a:srgbClr val="183448"/>
                </a:solidFill>
                <a:latin typeface="Tahoma"/>
                <a:ea typeface="Tahoma"/>
                <a:cs typeface="Tahoma"/>
              </a:defRPr>
            </a:lvl3pPr>
            <a:lvl4pPr>
              <a:defRPr sz="1575" b="0">
                <a:solidFill>
                  <a:srgbClr val="183448"/>
                </a:solidFill>
                <a:latin typeface="Tahoma"/>
                <a:ea typeface="Tahoma"/>
                <a:cs typeface="Tahoma"/>
              </a:defRPr>
            </a:lvl4pPr>
            <a:lvl5pPr>
              <a:defRPr sz="1575" b="0">
                <a:solidFill>
                  <a:srgbClr val="183448"/>
                </a:solidFill>
                <a:latin typeface="Tahoma"/>
                <a:ea typeface="Tahoma"/>
                <a:cs typeface="Tahoma"/>
              </a:defRPr>
            </a:lvl5pPr>
            <a:lvl6pPr>
              <a:defRPr sz="1575" b="0">
                <a:solidFill>
                  <a:srgbClr val="183448"/>
                </a:solidFill>
                <a:latin typeface="Tahoma"/>
                <a:ea typeface="Tahoma"/>
                <a:cs typeface="Tahoma"/>
              </a:defRPr>
            </a:lvl6pPr>
            <a:lvl7pPr>
              <a:defRPr sz="1575" b="0">
                <a:solidFill>
                  <a:srgbClr val="183448"/>
                </a:solidFill>
                <a:latin typeface="Tahoma"/>
                <a:ea typeface="Tahoma"/>
                <a:cs typeface="Tahoma"/>
              </a:defRPr>
            </a:lvl7pPr>
            <a:lvl8pPr>
              <a:defRPr sz="1575" b="0">
                <a:solidFill>
                  <a:srgbClr val="183448"/>
                </a:solidFill>
                <a:latin typeface="Tahoma"/>
                <a:ea typeface="Tahoma"/>
                <a:cs typeface="Tahoma"/>
              </a:defRPr>
            </a:lvl8pPr>
            <a:lvl9pPr>
              <a:defRPr sz="1575" b="0">
                <a:solidFill>
                  <a:srgbClr val="183448"/>
                </a:solidFill>
                <a:latin typeface="Tahoma"/>
                <a:ea typeface="Tahoma"/>
                <a:cs typeface="Tahoma"/>
              </a:defRPr>
            </a:lvl9pPr>
          </a:lstStyle>
          <a:p xmlns:a="http://schemas.openxmlformats.org/drawingml/2006/main">
            <a:pPr>
              <a:defRPr sz="1575" b="0">
                <a:solidFill>
                  <a:srgbClr val="183448"/>
                </a:solidFill>
                <a:latin typeface="Tahoma"/>
                <a:ea typeface="Tahoma"/>
                <a:cs typeface="Tahoma"/>
              </a:defRPr>
            </a:pPr>
            <a:r>
              <a:rPr sz="1575" b="0">
                <a:solidFill>
                  <a:srgbClr val="183448"/>
                </a:solidFill>
                <a:latin typeface="Tahoma"/>
                <a:ea typeface="Tahoma"/>
                <a:cs typeface="Tahoma"/>
              </a:rPr>
              <a:t>ตรวจสอบและอนุมัติบัญชีผู้ใช้งาน</a:t>
            </a:r>
          </a:p>
        </p:txBody>
      </p:sp>
      <p:sp>
        <p:nvSpPr>
          <p:cNvPr id="18" name="">
            <a:extLst xmlns:a="http://schemas.openxmlformats.org/drawingml/2006/main">
              <a:ext uri="{FF2B5EF4-FFF2-40B4-BE49-F238E27FC236}">
                <a16:creationId xmlns:a16="http://schemas.microsoft.com/office/drawing/2014/main" id="{BBE9CBCF-AB38-4C23-8A05-DEFA6F8223B4}"/>
              </a:ext>
            </a:extLst>
          </p:cNvPr>
          <p:cNvSpPr>
            <a:spLocks xmlns:a="http://schemas.openxmlformats.org/drawingml/2006/main" noGrp="1"/>
          </p:cNvSpPr>
          <p:nvPr/>
        </p:nvSpPr>
        <p:spPr>
          <a:xfrm xmlns:a="http://schemas.openxmlformats.org/drawingml/2006/main">
            <a:off x="8239125" y="4143375"/>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9"/>
                </a:solidFill>
                <a:latin typeface="Tahoma"/>
                <a:ea typeface="Tahoma"/>
                <a:cs typeface="Tahoma"/>
              </a:defRPr>
            </a:defPPr>
            <a:lvl1pPr>
              <a:defRPr sz="1425" b="0">
                <a:solidFill>
                  <a:srgbClr val="526B79"/>
                </a:solidFill>
                <a:latin typeface="Tahoma"/>
                <a:ea typeface="Tahoma"/>
                <a:cs typeface="Tahoma"/>
              </a:defRPr>
            </a:lvl1pPr>
            <a:lvl2pPr>
              <a:defRPr sz="1425" b="0">
                <a:solidFill>
                  <a:srgbClr val="526B79"/>
                </a:solidFill>
                <a:latin typeface="Tahoma"/>
                <a:ea typeface="Tahoma"/>
                <a:cs typeface="Tahoma"/>
              </a:defRPr>
            </a:lvl2pPr>
            <a:lvl3pPr>
              <a:defRPr sz="1425" b="0">
                <a:solidFill>
                  <a:srgbClr val="526B79"/>
                </a:solidFill>
                <a:latin typeface="Tahoma"/>
                <a:ea typeface="Tahoma"/>
                <a:cs typeface="Tahoma"/>
              </a:defRPr>
            </a:lvl3pPr>
            <a:lvl4pPr>
              <a:defRPr sz="1425" b="0">
                <a:solidFill>
                  <a:srgbClr val="526B79"/>
                </a:solidFill>
                <a:latin typeface="Tahoma"/>
                <a:ea typeface="Tahoma"/>
                <a:cs typeface="Tahoma"/>
              </a:defRPr>
            </a:lvl4pPr>
            <a:lvl5pPr>
              <a:defRPr sz="1425" b="0">
                <a:solidFill>
                  <a:srgbClr val="526B79"/>
                </a:solidFill>
                <a:latin typeface="Tahoma"/>
                <a:ea typeface="Tahoma"/>
                <a:cs typeface="Tahoma"/>
              </a:defRPr>
            </a:lvl5pPr>
            <a:lvl6pPr>
              <a:defRPr sz="1425" b="0">
                <a:solidFill>
                  <a:srgbClr val="526B79"/>
                </a:solidFill>
                <a:latin typeface="Tahoma"/>
                <a:ea typeface="Tahoma"/>
                <a:cs typeface="Tahoma"/>
              </a:defRPr>
            </a:lvl6pPr>
            <a:lvl7pPr>
              <a:defRPr sz="1425" b="0">
                <a:solidFill>
                  <a:srgbClr val="526B79"/>
                </a:solidFill>
                <a:latin typeface="Tahoma"/>
                <a:ea typeface="Tahoma"/>
                <a:cs typeface="Tahoma"/>
              </a:defRPr>
            </a:lvl7pPr>
            <a:lvl8pPr>
              <a:defRPr sz="1425" b="0">
                <a:solidFill>
                  <a:srgbClr val="526B79"/>
                </a:solidFill>
                <a:latin typeface="Tahoma"/>
                <a:ea typeface="Tahoma"/>
                <a:cs typeface="Tahoma"/>
              </a:defRPr>
            </a:lvl8pPr>
            <a:lvl9pPr>
              <a:defRPr sz="1425" b="0">
                <a:solidFill>
                  <a:srgbClr val="526B79"/>
                </a:solidFill>
                <a:latin typeface="Tahoma"/>
                <a:ea typeface="Tahoma"/>
                <a:cs typeface="Tahoma"/>
              </a:defRPr>
            </a:lvl9pPr>
          </a:lstStyle>
          <a:p xmlns:a="http://schemas.openxmlformats.org/drawingml/2006/main">
            <a:pPr>
              <a:defRPr sz="1425" b="0">
                <a:solidFill>
                  <a:srgbClr val="526B79"/>
                </a:solidFill>
                <a:latin typeface="Tahoma"/>
                <a:ea typeface="Tahoma"/>
                <a:cs typeface="Tahoma"/>
              </a:defRPr>
            </a:pPr>
            <a:r>
              <a:rPr sz="1425" b="0">
                <a:solidFill>
                  <a:srgbClr val="526B79"/>
                </a:solidFill>
                <a:latin typeface="Tahoma"/>
                <a:ea typeface="Tahoma"/>
                <a:cs typeface="Tahoma"/>
              </a:rPr>
              <a:t>เมนูจัดการผู้ใช้งาน</a:t>
            </a:r>
          </a:p>
        </p:txBody>
      </p:sp>
      <p:sp>
        <p:nvSpPr>
          <p:cNvPr id="19" name="">
            <a:extLst xmlns:a="http://schemas.openxmlformats.org/drawingml/2006/main">
              <a:ext uri="{FF2B5EF4-FFF2-40B4-BE49-F238E27FC236}">
                <a16:creationId xmlns:a16="http://schemas.microsoft.com/office/drawing/2014/main" id="{BEA77EAE-9041-44C6-A8AE-97F92F75381F}"/>
              </a:ext>
            </a:extLst>
          </p:cNvPr>
          <p:cNvSpPr>
            <a:spLocks xmlns:a="http://schemas.openxmlformats.org/drawingml/2006/main" noGrp="1"/>
          </p:cNvSpPr>
          <p:nvPr/>
        </p:nvSpPr>
        <p:spPr>
          <a:xfrm xmlns:a="http://schemas.openxmlformats.org/drawingml/2006/main">
            <a:off x="619125" y="4810125"/>
            <a:ext cx="10906125" cy="19050"/>
          </a:xfrm>
          <a:prstGeom xmlns:a="http://schemas.openxmlformats.org/drawingml/2006/main" prst="rect">
            <a:avLst/>
          </a:prstGeom>
          <a:solidFill xmlns:a="http://schemas.openxmlformats.org/drawingml/2006/main">
            <a:srgbClr val="E0EA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839192B-618C-497C-B78B-8AE66F0033B8}"/>
              </a:ext>
            </a:extLst>
          </p:cNvPr>
          <p:cNvSpPr>
            <a:spLocks xmlns:a="http://schemas.openxmlformats.org/drawingml/2006/main" noGrp="1"/>
          </p:cNvSpPr>
          <p:nvPr/>
        </p:nvSpPr>
        <p:spPr>
          <a:xfrm xmlns:a="http://schemas.openxmlformats.org/drawingml/2006/main">
            <a:off x="666750" y="4962525"/>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8"/>
                </a:solidFill>
                <a:latin typeface="Tahoma"/>
                <a:ea typeface="Tahoma"/>
                <a:cs typeface="Tahoma"/>
              </a:defRPr>
            </a:defPPr>
            <a:lvl1pPr>
              <a:defRPr sz="1875" b="1">
                <a:solidFill>
                  <a:srgbClr val="183448"/>
                </a:solidFill>
                <a:latin typeface="Tahoma"/>
                <a:ea typeface="Tahoma"/>
                <a:cs typeface="Tahoma"/>
              </a:defRPr>
            </a:lvl1pPr>
            <a:lvl2pPr>
              <a:defRPr sz="1875" b="1">
                <a:solidFill>
                  <a:srgbClr val="183448"/>
                </a:solidFill>
                <a:latin typeface="Tahoma"/>
                <a:ea typeface="Tahoma"/>
                <a:cs typeface="Tahoma"/>
              </a:defRPr>
            </a:lvl2pPr>
            <a:lvl3pPr>
              <a:defRPr sz="1875" b="1">
                <a:solidFill>
                  <a:srgbClr val="183448"/>
                </a:solidFill>
                <a:latin typeface="Tahoma"/>
                <a:ea typeface="Tahoma"/>
                <a:cs typeface="Tahoma"/>
              </a:defRPr>
            </a:lvl3pPr>
            <a:lvl4pPr>
              <a:defRPr sz="1875" b="1">
                <a:solidFill>
                  <a:srgbClr val="183448"/>
                </a:solidFill>
                <a:latin typeface="Tahoma"/>
                <a:ea typeface="Tahoma"/>
                <a:cs typeface="Tahoma"/>
              </a:defRPr>
            </a:lvl4pPr>
            <a:lvl5pPr>
              <a:defRPr sz="1875" b="1">
                <a:solidFill>
                  <a:srgbClr val="183448"/>
                </a:solidFill>
                <a:latin typeface="Tahoma"/>
                <a:ea typeface="Tahoma"/>
                <a:cs typeface="Tahoma"/>
              </a:defRPr>
            </a:lvl5pPr>
            <a:lvl6pPr>
              <a:defRPr sz="1875" b="1">
                <a:solidFill>
                  <a:srgbClr val="183448"/>
                </a:solidFill>
                <a:latin typeface="Tahoma"/>
                <a:ea typeface="Tahoma"/>
                <a:cs typeface="Tahoma"/>
              </a:defRPr>
            </a:lvl6pPr>
            <a:lvl7pPr>
              <a:defRPr sz="1875" b="1">
                <a:solidFill>
                  <a:srgbClr val="183448"/>
                </a:solidFill>
                <a:latin typeface="Tahoma"/>
                <a:ea typeface="Tahoma"/>
                <a:cs typeface="Tahoma"/>
              </a:defRPr>
            </a:lvl7pPr>
            <a:lvl8pPr>
              <a:defRPr sz="1875" b="1">
                <a:solidFill>
                  <a:srgbClr val="183448"/>
                </a:solidFill>
                <a:latin typeface="Tahoma"/>
                <a:ea typeface="Tahoma"/>
                <a:cs typeface="Tahoma"/>
              </a:defRPr>
            </a:lvl8pPr>
            <a:lvl9pPr>
              <a:defRPr sz="1875" b="1">
                <a:solidFill>
                  <a:srgbClr val="183448"/>
                </a:solidFill>
                <a:latin typeface="Tahoma"/>
                <a:ea typeface="Tahoma"/>
                <a:cs typeface="Tahoma"/>
              </a:defRPr>
            </a:lvl9pPr>
          </a:lstStyle>
          <a:p xmlns:a="http://schemas.openxmlformats.org/drawingml/2006/main">
            <a:pPr>
              <a:defRPr sz="1875" b="1">
                <a:solidFill>
                  <a:srgbClr val="183448"/>
                </a:solidFill>
                <a:latin typeface="Tahoma"/>
                <a:ea typeface="Tahoma"/>
                <a:cs typeface="Tahoma"/>
              </a:defRPr>
            </a:pPr>
            <a:r>
              <a:rPr sz="1875" b="1">
                <a:solidFill>
                  <a:srgbClr val="183448"/>
                </a:solidFill>
                <a:latin typeface="Tahoma"/>
                <a:ea typeface="Tahoma"/>
                <a:cs typeface="Tahoma"/>
              </a:rPr>
              <a:t>Admin</a:t>
            </a:r>
          </a:p>
        </p:txBody>
      </p:sp>
      <p:sp>
        <p:nvSpPr>
          <p:cNvPr id="21" name="">
            <a:extLst xmlns:a="http://schemas.openxmlformats.org/drawingml/2006/main">
              <a:ext uri="{FF2B5EF4-FFF2-40B4-BE49-F238E27FC236}">
                <a16:creationId xmlns:a16="http://schemas.microsoft.com/office/drawing/2014/main" id="{D14B909E-D504-4C3F-851D-7000522D0909}"/>
              </a:ext>
            </a:extLst>
          </p:cNvPr>
          <p:cNvSpPr>
            <a:spLocks xmlns:a="http://schemas.openxmlformats.org/drawingml/2006/main" noGrp="1"/>
          </p:cNvSpPr>
          <p:nvPr/>
        </p:nvSpPr>
        <p:spPr>
          <a:xfrm xmlns:a="http://schemas.openxmlformats.org/drawingml/2006/main">
            <a:off x="3381375" y="4972050"/>
            <a:ext cx="4667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83448"/>
                </a:solidFill>
                <a:latin typeface="Tahoma"/>
                <a:ea typeface="Tahoma"/>
                <a:cs typeface="Tahoma"/>
              </a:defRPr>
            </a:defPPr>
            <a:lvl1pPr>
              <a:defRPr sz="1575" b="0">
                <a:solidFill>
                  <a:srgbClr val="183448"/>
                </a:solidFill>
                <a:latin typeface="Tahoma"/>
                <a:ea typeface="Tahoma"/>
                <a:cs typeface="Tahoma"/>
              </a:defRPr>
            </a:lvl1pPr>
            <a:lvl2pPr>
              <a:defRPr sz="1575" b="0">
                <a:solidFill>
                  <a:srgbClr val="183448"/>
                </a:solidFill>
                <a:latin typeface="Tahoma"/>
                <a:ea typeface="Tahoma"/>
                <a:cs typeface="Tahoma"/>
              </a:defRPr>
            </a:lvl2pPr>
            <a:lvl3pPr>
              <a:defRPr sz="1575" b="0">
                <a:solidFill>
                  <a:srgbClr val="183448"/>
                </a:solidFill>
                <a:latin typeface="Tahoma"/>
                <a:ea typeface="Tahoma"/>
                <a:cs typeface="Tahoma"/>
              </a:defRPr>
            </a:lvl3pPr>
            <a:lvl4pPr>
              <a:defRPr sz="1575" b="0">
                <a:solidFill>
                  <a:srgbClr val="183448"/>
                </a:solidFill>
                <a:latin typeface="Tahoma"/>
                <a:ea typeface="Tahoma"/>
                <a:cs typeface="Tahoma"/>
              </a:defRPr>
            </a:lvl4pPr>
            <a:lvl5pPr>
              <a:defRPr sz="1575" b="0">
                <a:solidFill>
                  <a:srgbClr val="183448"/>
                </a:solidFill>
                <a:latin typeface="Tahoma"/>
                <a:ea typeface="Tahoma"/>
                <a:cs typeface="Tahoma"/>
              </a:defRPr>
            </a:lvl5pPr>
            <a:lvl6pPr>
              <a:defRPr sz="1575" b="0">
                <a:solidFill>
                  <a:srgbClr val="183448"/>
                </a:solidFill>
                <a:latin typeface="Tahoma"/>
                <a:ea typeface="Tahoma"/>
                <a:cs typeface="Tahoma"/>
              </a:defRPr>
            </a:lvl6pPr>
            <a:lvl7pPr>
              <a:defRPr sz="1575" b="0">
                <a:solidFill>
                  <a:srgbClr val="183448"/>
                </a:solidFill>
                <a:latin typeface="Tahoma"/>
                <a:ea typeface="Tahoma"/>
                <a:cs typeface="Tahoma"/>
              </a:defRPr>
            </a:lvl7pPr>
            <a:lvl8pPr>
              <a:defRPr sz="1575" b="0">
                <a:solidFill>
                  <a:srgbClr val="183448"/>
                </a:solidFill>
                <a:latin typeface="Tahoma"/>
                <a:ea typeface="Tahoma"/>
                <a:cs typeface="Tahoma"/>
              </a:defRPr>
            </a:lvl8pPr>
            <a:lvl9pPr>
              <a:defRPr sz="1575" b="0">
                <a:solidFill>
                  <a:srgbClr val="183448"/>
                </a:solidFill>
                <a:latin typeface="Tahoma"/>
                <a:ea typeface="Tahoma"/>
                <a:cs typeface="Tahoma"/>
              </a:defRPr>
            </a:lvl9pPr>
          </a:lstStyle>
          <a:p xmlns:a="http://schemas.openxmlformats.org/drawingml/2006/main">
            <a:pPr>
              <a:defRPr sz="1575" b="0">
                <a:solidFill>
                  <a:srgbClr val="183448"/>
                </a:solidFill>
                <a:latin typeface="Tahoma"/>
                <a:ea typeface="Tahoma"/>
                <a:cs typeface="Tahoma"/>
              </a:defRPr>
            </a:pPr>
            <a:r>
              <a:rPr sz="1575" b="0">
                <a:solidFill>
                  <a:srgbClr val="183448"/>
                </a:solidFill>
                <a:latin typeface="Tahoma"/>
                <a:ea typeface="Tahoma"/>
                <a:cs typeface="Tahoma"/>
              </a:rPr>
              <a:t>ดูแลบัญชี ภาพรวมระบบ และ Log</a:t>
            </a:r>
          </a:p>
        </p:txBody>
      </p:sp>
      <p:sp>
        <p:nvSpPr>
          <p:cNvPr id="22" name="">
            <a:extLst xmlns:a="http://schemas.openxmlformats.org/drawingml/2006/main">
              <a:ext uri="{FF2B5EF4-FFF2-40B4-BE49-F238E27FC236}">
                <a16:creationId xmlns:a16="http://schemas.microsoft.com/office/drawing/2014/main" id="{59074C20-6DCC-44A9-81F0-3683638B6324}"/>
              </a:ext>
            </a:extLst>
          </p:cNvPr>
          <p:cNvSpPr>
            <a:spLocks xmlns:a="http://schemas.openxmlformats.org/drawingml/2006/main" noGrp="1"/>
          </p:cNvSpPr>
          <p:nvPr/>
        </p:nvSpPr>
        <p:spPr>
          <a:xfrm xmlns:a="http://schemas.openxmlformats.org/drawingml/2006/main">
            <a:off x="8239125" y="4972050"/>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9"/>
                </a:solidFill>
                <a:latin typeface="Tahoma"/>
                <a:ea typeface="Tahoma"/>
                <a:cs typeface="Tahoma"/>
              </a:defRPr>
            </a:defPPr>
            <a:lvl1pPr>
              <a:defRPr sz="1425" b="0">
                <a:solidFill>
                  <a:srgbClr val="526B79"/>
                </a:solidFill>
                <a:latin typeface="Tahoma"/>
                <a:ea typeface="Tahoma"/>
                <a:cs typeface="Tahoma"/>
              </a:defRPr>
            </a:lvl1pPr>
            <a:lvl2pPr>
              <a:defRPr sz="1425" b="0">
                <a:solidFill>
                  <a:srgbClr val="526B79"/>
                </a:solidFill>
                <a:latin typeface="Tahoma"/>
                <a:ea typeface="Tahoma"/>
                <a:cs typeface="Tahoma"/>
              </a:defRPr>
            </a:lvl2pPr>
            <a:lvl3pPr>
              <a:defRPr sz="1425" b="0">
                <a:solidFill>
                  <a:srgbClr val="526B79"/>
                </a:solidFill>
                <a:latin typeface="Tahoma"/>
                <a:ea typeface="Tahoma"/>
                <a:cs typeface="Tahoma"/>
              </a:defRPr>
            </a:lvl3pPr>
            <a:lvl4pPr>
              <a:defRPr sz="1425" b="0">
                <a:solidFill>
                  <a:srgbClr val="526B79"/>
                </a:solidFill>
                <a:latin typeface="Tahoma"/>
                <a:ea typeface="Tahoma"/>
                <a:cs typeface="Tahoma"/>
              </a:defRPr>
            </a:lvl4pPr>
            <a:lvl5pPr>
              <a:defRPr sz="1425" b="0">
                <a:solidFill>
                  <a:srgbClr val="526B79"/>
                </a:solidFill>
                <a:latin typeface="Tahoma"/>
                <a:ea typeface="Tahoma"/>
                <a:cs typeface="Tahoma"/>
              </a:defRPr>
            </a:lvl5pPr>
            <a:lvl6pPr>
              <a:defRPr sz="1425" b="0">
                <a:solidFill>
                  <a:srgbClr val="526B79"/>
                </a:solidFill>
                <a:latin typeface="Tahoma"/>
                <a:ea typeface="Tahoma"/>
                <a:cs typeface="Tahoma"/>
              </a:defRPr>
            </a:lvl6pPr>
            <a:lvl7pPr>
              <a:defRPr sz="1425" b="0">
                <a:solidFill>
                  <a:srgbClr val="526B79"/>
                </a:solidFill>
                <a:latin typeface="Tahoma"/>
                <a:ea typeface="Tahoma"/>
                <a:cs typeface="Tahoma"/>
              </a:defRPr>
            </a:lvl7pPr>
            <a:lvl8pPr>
              <a:defRPr sz="1425" b="0">
                <a:solidFill>
                  <a:srgbClr val="526B79"/>
                </a:solidFill>
                <a:latin typeface="Tahoma"/>
                <a:ea typeface="Tahoma"/>
                <a:cs typeface="Tahoma"/>
              </a:defRPr>
            </a:lvl8pPr>
            <a:lvl9pPr>
              <a:defRPr sz="1425" b="0">
                <a:solidFill>
                  <a:srgbClr val="526B79"/>
                </a:solidFill>
                <a:latin typeface="Tahoma"/>
                <a:ea typeface="Tahoma"/>
                <a:cs typeface="Tahoma"/>
              </a:defRPr>
            </a:lvl9pPr>
          </a:lstStyle>
          <a:p xmlns:a="http://schemas.openxmlformats.org/drawingml/2006/main">
            <a:pPr>
              <a:defRPr sz="1425" b="0">
                <a:solidFill>
                  <a:srgbClr val="526B79"/>
                </a:solidFill>
                <a:latin typeface="Tahoma"/>
                <a:ea typeface="Tahoma"/>
                <a:cs typeface="Tahoma"/>
              </a:defRPr>
            </a:pPr>
            <a:r>
              <a:rPr sz="1425" b="0">
                <a:solidFill>
                  <a:srgbClr val="526B79"/>
                </a:solidFill>
                <a:latin typeface="Tahoma"/>
                <a:ea typeface="Tahoma"/>
                <a:cs typeface="Tahoma"/>
              </a:rPr>
              <a:t>งานบอทยังตรวจความเป็นเจ้าของ</a:t>
            </a:r>
          </a:p>
        </p:txBody>
      </p:sp>
      <p:sp>
        <p:nvSpPr>
          <p:cNvPr id="23" name="">
            <a:extLst xmlns:a="http://schemas.openxmlformats.org/drawingml/2006/main">
              <a:ext uri="{FF2B5EF4-FFF2-40B4-BE49-F238E27FC236}">
                <a16:creationId xmlns:a16="http://schemas.microsoft.com/office/drawing/2014/main" id="{EABB4B57-FB16-4671-A581-E9D53F6F6923}"/>
              </a:ext>
            </a:extLst>
          </p:cNvPr>
          <p:cNvSpPr>
            <a:spLocks xmlns:a="http://schemas.openxmlformats.org/drawingml/2006/main" noGrp="1"/>
          </p:cNvSpPr>
          <p:nvPr/>
        </p:nvSpPr>
        <p:spPr>
          <a:xfrm xmlns:a="http://schemas.openxmlformats.org/drawingml/2006/main">
            <a:off x="666750" y="59531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87E95"/>
                </a:solidFill>
                <a:latin typeface="Tahoma"/>
                <a:ea typeface="Tahoma"/>
                <a:cs typeface="Tahoma"/>
              </a:defRPr>
            </a:defPPr>
            <a:lvl1pPr>
              <a:defRPr sz="1650" b="1">
                <a:solidFill>
                  <a:srgbClr val="087E95"/>
                </a:solidFill>
                <a:latin typeface="Tahoma"/>
                <a:ea typeface="Tahoma"/>
                <a:cs typeface="Tahoma"/>
              </a:defRPr>
            </a:lvl1pPr>
            <a:lvl2pPr>
              <a:defRPr sz="1650" b="1">
                <a:solidFill>
                  <a:srgbClr val="087E95"/>
                </a:solidFill>
                <a:latin typeface="Tahoma"/>
                <a:ea typeface="Tahoma"/>
                <a:cs typeface="Tahoma"/>
              </a:defRPr>
            </a:lvl2pPr>
            <a:lvl3pPr>
              <a:defRPr sz="1650" b="1">
                <a:solidFill>
                  <a:srgbClr val="087E95"/>
                </a:solidFill>
                <a:latin typeface="Tahoma"/>
                <a:ea typeface="Tahoma"/>
                <a:cs typeface="Tahoma"/>
              </a:defRPr>
            </a:lvl3pPr>
            <a:lvl4pPr>
              <a:defRPr sz="1650" b="1">
                <a:solidFill>
                  <a:srgbClr val="087E95"/>
                </a:solidFill>
                <a:latin typeface="Tahoma"/>
                <a:ea typeface="Tahoma"/>
                <a:cs typeface="Tahoma"/>
              </a:defRPr>
            </a:lvl4pPr>
            <a:lvl5pPr>
              <a:defRPr sz="1650" b="1">
                <a:solidFill>
                  <a:srgbClr val="087E95"/>
                </a:solidFill>
                <a:latin typeface="Tahoma"/>
                <a:ea typeface="Tahoma"/>
                <a:cs typeface="Tahoma"/>
              </a:defRPr>
            </a:lvl5pPr>
            <a:lvl6pPr>
              <a:defRPr sz="1650" b="1">
                <a:solidFill>
                  <a:srgbClr val="087E95"/>
                </a:solidFill>
                <a:latin typeface="Tahoma"/>
                <a:ea typeface="Tahoma"/>
                <a:cs typeface="Tahoma"/>
              </a:defRPr>
            </a:lvl6pPr>
            <a:lvl7pPr>
              <a:defRPr sz="1650" b="1">
                <a:solidFill>
                  <a:srgbClr val="087E95"/>
                </a:solidFill>
                <a:latin typeface="Tahoma"/>
                <a:ea typeface="Tahoma"/>
                <a:cs typeface="Tahoma"/>
              </a:defRPr>
            </a:lvl7pPr>
            <a:lvl8pPr>
              <a:defRPr sz="1650" b="1">
                <a:solidFill>
                  <a:srgbClr val="087E95"/>
                </a:solidFill>
                <a:latin typeface="Tahoma"/>
                <a:ea typeface="Tahoma"/>
                <a:cs typeface="Tahoma"/>
              </a:defRPr>
            </a:lvl8pPr>
            <a:lvl9pPr>
              <a:defRPr sz="1650" b="1">
                <a:solidFill>
                  <a:srgbClr val="087E95"/>
                </a:solidFill>
                <a:latin typeface="Tahoma"/>
                <a:ea typeface="Tahoma"/>
                <a:cs typeface="Tahoma"/>
              </a:defRPr>
            </a:lvl9pPr>
          </a:lstStyle>
          <a:p xmlns:a="http://schemas.openxmlformats.org/drawingml/2006/main">
            <a:pPr>
              <a:defRPr sz="1650" b="1">
                <a:solidFill>
                  <a:srgbClr val="087E95"/>
                </a:solidFill>
                <a:latin typeface="Tahoma"/>
                <a:ea typeface="Tahoma"/>
                <a:cs typeface="Tahoma"/>
              </a:defRPr>
            </a:pPr>
            <a:r>
              <a:rPr sz="1650" b="1">
                <a:solidFill>
                  <a:srgbClr val="087E95"/>
                </a:solidFill>
                <a:latin typeface="Tahoma"/>
                <a:ea typeface="Tahoma"/>
                <a:cs typeface="Tahoma"/>
              </a:rPr>
              <a:t>ผู้รับช่วงตอบแชทคือเจ้าของบอท  •  Support ของแพลตฟอร์มดูแลบัญชี</a:t>
            </a:r>
          </a:p>
        </p:txBody>
      </p:sp>
    </p:spTree>
    <p:extLst>
      <p:ext uri="{BB962C8B-B14F-4D97-AF65-F5344CB8AC3E}">
        <p14:creationId xmlns:p14="http://schemas.microsoft.com/office/powerpoint/2010/main" val="3963642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9BD5E1CB-9DD3-430A-9D19-93354B22346C}"/>
              </a:ext>
            </a:extLst>
          </p:cNvPr>
          <p:cNvSpPr>
            <a:spLocks xmlns:a="http://schemas.openxmlformats.org/drawingml/2006/main" noGrp="1"/>
          </p:cNvSpPr>
          <p:nvPr/>
        </p:nvSpPr>
        <p:spPr>
          <a:xfrm xmlns:a="http://schemas.openxmlformats.org/drawingml/2006/main">
            <a:off x="571500" y="2381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latin typeface="Tahoma"/>
                <a:ea typeface="Tahoma"/>
                <a:cs typeface="Tahoma"/>
              </a:defRPr>
            </a:defPPr>
            <a:lvl1pPr>
              <a:defRPr sz="1200" b="1">
                <a:solidFill>
                  <a:srgbClr val="087E95"/>
                </a:solidFill>
                <a:latin typeface="Tahoma"/>
                <a:ea typeface="Tahoma"/>
                <a:cs typeface="Tahoma"/>
              </a:defRPr>
            </a:lvl1pPr>
            <a:lvl2pPr>
              <a:defRPr sz="1200" b="1">
                <a:solidFill>
                  <a:srgbClr val="087E95"/>
                </a:solidFill>
                <a:latin typeface="Tahoma"/>
                <a:ea typeface="Tahoma"/>
                <a:cs typeface="Tahoma"/>
              </a:defRPr>
            </a:lvl2pPr>
            <a:lvl3pPr>
              <a:defRPr sz="1200" b="1">
                <a:solidFill>
                  <a:srgbClr val="087E95"/>
                </a:solidFill>
                <a:latin typeface="Tahoma"/>
                <a:ea typeface="Tahoma"/>
                <a:cs typeface="Tahoma"/>
              </a:defRPr>
            </a:lvl3pPr>
            <a:lvl4pPr>
              <a:defRPr sz="1200" b="1">
                <a:solidFill>
                  <a:srgbClr val="087E95"/>
                </a:solidFill>
                <a:latin typeface="Tahoma"/>
                <a:ea typeface="Tahoma"/>
                <a:cs typeface="Tahoma"/>
              </a:defRPr>
            </a:lvl4pPr>
            <a:lvl5pPr>
              <a:defRPr sz="1200" b="1">
                <a:solidFill>
                  <a:srgbClr val="087E95"/>
                </a:solidFill>
                <a:latin typeface="Tahoma"/>
                <a:ea typeface="Tahoma"/>
                <a:cs typeface="Tahoma"/>
              </a:defRPr>
            </a:lvl5pPr>
            <a:lvl6pPr>
              <a:defRPr sz="1200" b="1">
                <a:solidFill>
                  <a:srgbClr val="087E95"/>
                </a:solidFill>
                <a:latin typeface="Tahoma"/>
                <a:ea typeface="Tahoma"/>
                <a:cs typeface="Tahoma"/>
              </a:defRPr>
            </a:lvl6pPr>
            <a:lvl7pPr>
              <a:defRPr sz="1200" b="1">
                <a:solidFill>
                  <a:srgbClr val="087E95"/>
                </a:solidFill>
                <a:latin typeface="Tahoma"/>
                <a:ea typeface="Tahoma"/>
                <a:cs typeface="Tahoma"/>
              </a:defRPr>
            </a:lvl7pPr>
            <a:lvl8pPr>
              <a:defRPr sz="1200" b="1">
                <a:solidFill>
                  <a:srgbClr val="087E95"/>
                </a:solidFill>
                <a:latin typeface="Tahoma"/>
                <a:ea typeface="Tahoma"/>
                <a:cs typeface="Tahoma"/>
              </a:defRPr>
            </a:lvl8pPr>
            <a:lvl9pPr>
              <a:defRPr sz="1200" b="1">
                <a:solidFill>
                  <a:srgbClr val="087E95"/>
                </a:solidFill>
                <a:latin typeface="Tahoma"/>
                <a:ea typeface="Tahoma"/>
                <a:cs typeface="Tahoma"/>
              </a:defRPr>
            </a:lvl9pPr>
          </a:lstStyle>
          <a:p xmlns:a="http://schemas.openxmlformats.org/drawingml/2006/main">
            <a:pPr>
              <a:defRPr sz="1200" b="1">
                <a:solidFill>
                  <a:srgbClr val="087E95"/>
                </a:solidFill>
                <a:latin typeface="Tahoma"/>
                <a:ea typeface="Tahoma"/>
                <a:cs typeface="Tahoma"/>
              </a:defRPr>
            </a:pPr>
            <a:r>
              <a:rPr sz="1200" b="1">
                <a:solidFill>
                  <a:srgbClr val="087E95"/>
                </a:solidFill>
                <a:latin typeface="Tahoma"/>
                <a:ea typeface="Tahoma"/>
                <a:cs typeface="Tahoma"/>
              </a:rPr>
              <a:t>SCOPEBOT  /  06  USER JOURNEY</a:t>
            </a:r>
          </a:p>
        </p:txBody>
      </p:sp>
      <p:sp>
        <p:nvSpPr>
          <p:cNvPr id="2" name="">
            <a:extLst xmlns:a="http://schemas.openxmlformats.org/drawingml/2006/main">
              <a:ext uri="{FF2B5EF4-FFF2-40B4-BE49-F238E27FC236}">
                <a16:creationId xmlns:a16="http://schemas.microsoft.com/office/drawing/2014/main" id="{5B944245-51D1-4A9D-ACB9-A56000FD607F}"/>
              </a:ext>
            </a:extLst>
          </p:cNvPr>
          <p:cNvSpPr>
            <a:spLocks xmlns:a="http://schemas.openxmlformats.org/drawingml/2006/main" noGrp="1"/>
          </p:cNvSpPr>
          <p:nvPr/>
        </p:nvSpPr>
        <p:spPr>
          <a:xfrm xmlns:a="http://schemas.openxmlformats.org/drawingml/2006/main">
            <a:off x="571500" y="6858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448"/>
                </a:solidFill>
                <a:latin typeface="Tahoma"/>
                <a:ea typeface="Tahoma"/>
                <a:cs typeface="Tahoma"/>
              </a:defRPr>
            </a:defPPr>
            <a:lvl1pPr>
              <a:defRPr sz="3150" b="1">
                <a:solidFill>
                  <a:srgbClr val="183448"/>
                </a:solidFill>
                <a:latin typeface="Tahoma"/>
                <a:ea typeface="Tahoma"/>
                <a:cs typeface="Tahoma"/>
              </a:defRPr>
            </a:lvl1pPr>
            <a:lvl2pPr>
              <a:defRPr sz="3150" b="1">
                <a:solidFill>
                  <a:srgbClr val="183448"/>
                </a:solidFill>
                <a:latin typeface="Tahoma"/>
                <a:ea typeface="Tahoma"/>
                <a:cs typeface="Tahoma"/>
              </a:defRPr>
            </a:lvl2pPr>
            <a:lvl3pPr>
              <a:defRPr sz="3150" b="1">
                <a:solidFill>
                  <a:srgbClr val="183448"/>
                </a:solidFill>
                <a:latin typeface="Tahoma"/>
                <a:ea typeface="Tahoma"/>
                <a:cs typeface="Tahoma"/>
              </a:defRPr>
            </a:lvl3pPr>
            <a:lvl4pPr>
              <a:defRPr sz="3150" b="1">
                <a:solidFill>
                  <a:srgbClr val="183448"/>
                </a:solidFill>
                <a:latin typeface="Tahoma"/>
                <a:ea typeface="Tahoma"/>
                <a:cs typeface="Tahoma"/>
              </a:defRPr>
            </a:lvl4pPr>
            <a:lvl5pPr>
              <a:defRPr sz="3150" b="1">
                <a:solidFill>
                  <a:srgbClr val="183448"/>
                </a:solidFill>
                <a:latin typeface="Tahoma"/>
                <a:ea typeface="Tahoma"/>
                <a:cs typeface="Tahoma"/>
              </a:defRPr>
            </a:lvl5pPr>
            <a:lvl6pPr>
              <a:defRPr sz="3150" b="1">
                <a:solidFill>
                  <a:srgbClr val="183448"/>
                </a:solidFill>
                <a:latin typeface="Tahoma"/>
                <a:ea typeface="Tahoma"/>
                <a:cs typeface="Tahoma"/>
              </a:defRPr>
            </a:lvl6pPr>
            <a:lvl7pPr>
              <a:defRPr sz="3150" b="1">
                <a:solidFill>
                  <a:srgbClr val="183448"/>
                </a:solidFill>
                <a:latin typeface="Tahoma"/>
                <a:ea typeface="Tahoma"/>
                <a:cs typeface="Tahoma"/>
              </a:defRPr>
            </a:lvl7pPr>
            <a:lvl8pPr>
              <a:defRPr sz="3150" b="1">
                <a:solidFill>
                  <a:srgbClr val="183448"/>
                </a:solidFill>
                <a:latin typeface="Tahoma"/>
                <a:ea typeface="Tahoma"/>
                <a:cs typeface="Tahoma"/>
              </a:defRPr>
            </a:lvl8pPr>
            <a:lvl9pPr>
              <a:defRPr sz="3150" b="1">
                <a:solidFill>
                  <a:srgbClr val="183448"/>
                </a:solidFill>
                <a:latin typeface="Tahoma"/>
                <a:ea typeface="Tahoma"/>
                <a:cs typeface="Tahoma"/>
              </a:defRPr>
            </a:lvl9pPr>
          </a:lstStyle>
          <a:p xmlns:a="http://schemas.openxmlformats.org/drawingml/2006/main">
            <a:pPr>
              <a:defRPr sz="3150" b="1">
                <a:solidFill>
                  <a:srgbClr val="183448"/>
                </a:solidFill>
                <a:latin typeface="Tahoma"/>
                <a:ea typeface="Tahoma"/>
                <a:cs typeface="Tahoma"/>
              </a:defRPr>
            </a:pPr>
            <a:r>
              <a:rPr sz="3150" b="1">
                <a:solidFill>
                  <a:srgbClr val="183448"/>
                </a:solidFill>
                <a:latin typeface="Tahoma"/>
                <a:ea typeface="Tahoma"/>
                <a:cs typeface="Tahoma"/>
              </a:rPr>
              <a:t>เส้นทางการใช้งาน</a:t>
            </a:r>
          </a:p>
        </p:txBody>
      </p:sp>
      <p:sp>
        <p:nvSpPr>
          <p:cNvPr id="3" name="">
            <a:extLst xmlns:a="http://schemas.openxmlformats.org/drawingml/2006/main">
              <a:ext uri="{FF2B5EF4-FFF2-40B4-BE49-F238E27FC236}">
                <a16:creationId xmlns:a16="http://schemas.microsoft.com/office/drawing/2014/main" id="{D733F515-802C-4886-9E11-55110C9AF295}"/>
              </a:ext>
            </a:extLst>
          </p:cNvPr>
          <p:cNvSpPr>
            <a:spLocks xmlns:a="http://schemas.openxmlformats.org/drawingml/2006/main" noGrp="1"/>
          </p:cNvSpPr>
          <p:nvPr/>
        </p:nvSpPr>
        <p:spPr>
          <a:xfrm xmlns:a="http://schemas.openxmlformats.org/drawingml/2006/main">
            <a:off x="600075" y="1304925"/>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B79"/>
                </a:solidFill>
                <a:latin typeface="Tahoma"/>
                <a:ea typeface="Tahoma"/>
                <a:cs typeface="Tahoma"/>
              </a:defRPr>
            </a:defPPr>
            <a:lvl1pPr>
              <a:defRPr sz="1575" b="0">
                <a:solidFill>
                  <a:srgbClr val="526B79"/>
                </a:solidFill>
                <a:latin typeface="Tahoma"/>
                <a:ea typeface="Tahoma"/>
                <a:cs typeface="Tahoma"/>
              </a:defRPr>
            </a:lvl1pPr>
            <a:lvl2pPr>
              <a:defRPr sz="1575" b="0">
                <a:solidFill>
                  <a:srgbClr val="526B79"/>
                </a:solidFill>
                <a:latin typeface="Tahoma"/>
                <a:ea typeface="Tahoma"/>
                <a:cs typeface="Tahoma"/>
              </a:defRPr>
            </a:lvl2pPr>
            <a:lvl3pPr>
              <a:defRPr sz="1575" b="0">
                <a:solidFill>
                  <a:srgbClr val="526B79"/>
                </a:solidFill>
                <a:latin typeface="Tahoma"/>
                <a:ea typeface="Tahoma"/>
                <a:cs typeface="Tahoma"/>
              </a:defRPr>
            </a:lvl3pPr>
            <a:lvl4pPr>
              <a:defRPr sz="1575" b="0">
                <a:solidFill>
                  <a:srgbClr val="526B79"/>
                </a:solidFill>
                <a:latin typeface="Tahoma"/>
                <a:ea typeface="Tahoma"/>
                <a:cs typeface="Tahoma"/>
              </a:defRPr>
            </a:lvl4pPr>
            <a:lvl5pPr>
              <a:defRPr sz="1575" b="0">
                <a:solidFill>
                  <a:srgbClr val="526B79"/>
                </a:solidFill>
                <a:latin typeface="Tahoma"/>
                <a:ea typeface="Tahoma"/>
                <a:cs typeface="Tahoma"/>
              </a:defRPr>
            </a:lvl5pPr>
            <a:lvl6pPr>
              <a:defRPr sz="1575" b="0">
                <a:solidFill>
                  <a:srgbClr val="526B79"/>
                </a:solidFill>
                <a:latin typeface="Tahoma"/>
                <a:ea typeface="Tahoma"/>
                <a:cs typeface="Tahoma"/>
              </a:defRPr>
            </a:lvl6pPr>
            <a:lvl7pPr>
              <a:defRPr sz="1575" b="0">
                <a:solidFill>
                  <a:srgbClr val="526B79"/>
                </a:solidFill>
                <a:latin typeface="Tahoma"/>
                <a:ea typeface="Tahoma"/>
                <a:cs typeface="Tahoma"/>
              </a:defRPr>
            </a:lvl7pPr>
            <a:lvl8pPr>
              <a:defRPr sz="1575" b="0">
                <a:solidFill>
                  <a:srgbClr val="526B79"/>
                </a:solidFill>
                <a:latin typeface="Tahoma"/>
                <a:ea typeface="Tahoma"/>
                <a:cs typeface="Tahoma"/>
              </a:defRPr>
            </a:lvl8pPr>
            <a:lvl9pPr>
              <a:defRPr sz="1575" b="0">
                <a:solidFill>
                  <a:srgbClr val="526B79"/>
                </a:solidFill>
                <a:latin typeface="Tahoma"/>
                <a:ea typeface="Tahoma"/>
                <a:cs typeface="Tahoma"/>
              </a:defRPr>
            </a:lvl9pPr>
          </a:lstStyle>
          <a:p xmlns:a="http://schemas.openxmlformats.org/drawingml/2006/main">
            <a:pPr>
              <a:defRPr sz="1575" b="0">
                <a:solidFill>
                  <a:srgbClr val="526B79"/>
                </a:solidFill>
                <a:latin typeface="Tahoma"/>
                <a:ea typeface="Tahoma"/>
                <a:cs typeface="Tahoma"/>
              </a:defRPr>
            </a:pPr>
            <a:r>
              <a:rPr sz="1575" b="0">
                <a:solidFill>
                  <a:srgbClr val="526B79"/>
                </a:solidFill>
                <a:latin typeface="Tahoma"/>
                <a:ea typeface="Tahoma"/>
                <a:cs typeface="Tahoma"/>
              </a:rPr>
              <a:t>ตัวอย่างการสนทนาผ่าน LINE และการส่งต่อให้เจ้าของบอท</a:t>
            </a:r>
          </a:p>
        </p:txBody>
      </p:sp>
      <p:sp>
        <p:nvSpPr>
          <p:cNvPr id="4" name="">
            <a:extLst xmlns:a="http://schemas.openxmlformats.org/drawingml/2006/main">
              <a:ext uri="{FF2B5EF4-FFF2-40B4-BE49-F238E27FC236}">
                <a16:creationId xmlns:a16="http://schemas.microsoft.com/office/drawing/2014/main" id="{7E101D2B-E8A6-456E-ADB8-DCD056BF535E}"/>
              </a:ext>
            </a:extLst>
          </p:cNvPr>
          <p:cNvSpPr>
            <a:spLocks xmlns:a="http://schemas.openxmlformats.org/drawingml/2006/main" noGrp="1"/>
          </p:cNvSpPr>
          <p:nvPr/>
        </p:nvSpPr>
        <p:spPr>
          <a:xfrm xmlns:a="http://schemas.openxmlformats.org/drawingml/2006/main">
            <a:off x="619125" y="17526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1">
                <a:solidFill>
                  <a:srgbClr val="087E95"/>
                </a:solidFill>
                <a:latin typeface="Tahoma"/>
                <a:ea typeface="Tahoma"/>
                <a:cs typeface="Tahoma"/>
              </a:defRPr>
            </a:defPPr>
            <a:lvl1pPr>
              <a:defRPr sz="1425" b="1">
                <a:solidFill>
                  <a:srgbClr val="087E95"/>
                </a:solidFill>
                <a:latin typeface="Tahoma"/>
                <a:ea typeface="Tahoma"/>
                <a:cs typeface="Tahoma"/>
              </a:defRPr>
            </a:lvl1pPr>
            <a:lvl2pPr>
              <a:defRPr sz="1425" b="1">
                <a:solidFill>
                  <a:srgbClr val="087E95"/>
                </a:solidFill>
                <a:latin typeface="Tahoma"/>
                <a:ea typeface="Tahoma"/>
                <a:cs typeface="Tahoma"/>
              </a:defRPr>
            </a:lvl2pPr>
            <a:lvl3pPr>
              <a:defRPr sz="1425" b="1">
                <a:solidFill>
                  <a:srgbClr val="087E95"/>
                </a:solidFill>
                <a:latin typeface="Tahoma"/>
                <a:ea typeface="Tahoma"/>
                <a:cs typeface="Tahoma"/>
              </a:defRPr>
            </a:lvl3pPr>
            <a:lvl4pPr>
              <a:defRPr sz="1425" b="1">
                <a:solidFill>
                  <a:srgbClr val="087E95"/>
                </a:solidFill>
                <a:latin typeface="Tahoma"/>
                <a:ea typeface="Tahoma"/>
                <a:cs typeface="Tahoma"/>
              </a:defRPr>
            </a:lvl4pPr>
            <a:lvl5pPr>
              <a:defRPr sz="1425" b="1">
                <a:solidFill>
                  <a:srgbClr val="087E95"/>
                </a:solidFill>
                <a:latin typeface="Tahoma"/>
                <a:ea typeface="Tahoma"/>
                <a:cs typeface="Tahoma"/>
              </a:defRPr>
            </a:lvl5pPr>
            <a:lvl6pPr>
              <a:defRPr sz="1425" b="1">
                <a:solidFill>
                  <a:srgbClr val="087E95"/>
                </a:solidFill>
                <a:latin typeface="Tahoma"/>
                <a:ea typeface="Tahoma"/>
                <a:cs typeface="Tahoma"/>
              </a:defRPr>
            </a:lvl6pPr>
            <a:lvl7pPr>
              <a:defRPr sz="1425" b="1">
                <a:solidFill>
                  <a:srgbClr val="087E95"/>
                </a:solidFill>
                <a:latin typeface="Tahoma"/>
                <a:ea typeface="Tahoma"/>
                <a:cs typeface="Tahoma"/>
              </a:defRPr>
            </a:lvl7pPr>
            <a:lvl8pPr>
              <a:defRPr sz="1425" b="1">
                <a:solidFill>
                  <a:srgbClr val="087E95"/>
                </a:solidFill>
                <a:latin typeface="Tahoma"/>
                <a:ea typeface="Tahoma"/>
                <a:cs typeface="Tahoma"/>
              </a:defRPr>
            </a:lvl8pPr>
            <a:lvl9pPr>
              <a:defRPr sz="1425" b="1">
                <a:solidFill>
                  <a:srgbClr val="087E95"/>
                </a:solidFill>
                <a:latin typeface="Tahoma"/>
                <a:ea typeface="Tahoma"/>
                <a:cs typeface="Tahoma"/>
              </a:defRPr>
            </a:lvl9pPr>
          </a:lstStyle>
          <a:p xmlns:a="http://schemas.openxmlformats.org/drawingml/2006/main">
            <a:pPr>
              <a:defRPr sz="1425" b="1">
                <a:solidFill>
                  <a:srgbClr val="087E95"/>
                </a:solidFill>
                <a:latin typeface="Tahoma"/>
                <a:ea typeface="Tahoma"/>
                <a:cs typeface="Tahoma"/>
              </a:defRPr>
            </a:pPr>
            <a:r>
              <a:rPr sz="1425" b="1">
                <a:solidFill>
                  <a:srgbClr val="087E95"/>
                </a:solidFill>
                <a:latin typeface="Tahoma"/>
                <a:ea typeface="Tahoma"/>
                <a:cs typeface="Tahoma"/>
              </a:rPr>
              <a:t>ก่อนเริ่ม: เจ้าของบอทสร้างบอท เพิ่มเอกสาร ประมวลผลความรู้ และเชื่อม LINE OA</a:t>
            </a:r>
          </a:p>
        </p:txBody>
      </p:sp>
      <p:sp>
        <p:nvSpPr>
          <p:cNvPr id="5" name="">
            <a:extLst xmlns:a="http://schemas.openxmlformats.org/drawingml/2006/main">
              <a:ext uri="{FF2B5EF4-FFF2-40B4-BE49-F238E27FC236}">
                <a16:creationId xmlns:a16="http://schemas.microsoft.com/office/drawing/2014/main" id="{2EE858FC-6BD7-4EDB-A28C-D5BC2C0AE859}"/>
              </a:ext>
            </a:extLst>
          </p:cNvPr>
          <p:cNvSpPr>
            <a:spLocks xmlns:a="http://schemas.openxmlformats.org/drawingml/2006/main" noGrp="1"/>
          </p:cNvSpPr>
          <p:nvPr/>
        </p:nvSpPr>
        <p:spPr>
          <a:xfrm xmlns:a="http://schemas.openxmlformats.org/drawingml/2006/main">
            <a:off x="571500" y="2238375"/>
            <a:ext cx="11049000" cy="1123950"/>
          </a:xfrm>
          <a:prstGeom xmlns:a="http://schemas.openxmlformats.org/drawingml/2006/main" prst="rect">
            <a:avLst/>
          </a:prstGeom>
          <a:solidFill xmlns:a="http://schemas.openxmlformats.org/drawingml/2006/main">
            <a:srgbClr val="F4F8F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564EA5-27B3-4FD6-97CE-4C60B1F11854}"/>
              </a:ext>
            </a:extLst>
          </p:cNvPr>
          <p:cNvSpPr>
            <a:spLocks xmlns:a="http://schemas.openxmlformats.org/drawingml/2006/main" noGrp="1"/>
          </p:cNvSpPr>
          <p:nvPr/>
        </p:nvSpPr>
        <p:spPr>
          <a:xfrm xmlns:a="http://schemas.openxmlformats.org/drawingml/2006/main">
            <a:off x="619125" y="2581275"/>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3448"/>
                </a:solidFill>
                <a:latin typeface="Tahoma"/>
                <a:ea typeface="Tahoma"/>
                <a:cs typeface="Tahoma"/>
              </a:defRPr>
            </a:defPPr>
            <a:lvl1pPr>
              <a:defRPr sz="1650" b="1">
                <a:solidFill>
                  <a:srgbClr val="183448"/>
                </a:solidFill>
                <a:latin typeface="Tahoma"/>
                <a:ea typeface="Tahoma"/>
                <a:cs typeface="Tahoma"/>
              </a:defRPr>
            </a:lvl1pPr>
            <a:lvl2pPr>
              <a:defRPr sz="1650" b="1">
                <a:solidFill>
                  <a:srgbClr val="183448"/>
                </a:solidFill>
                <a:latin typeface="Tahoma"/>
                <a:ea typeface="Tahoma"/>
                <a:cs typeface="Tahoma"/>
              </a:defRPr>
            </a:lvl2pPr>
            <a:lvl3pPr>
              <a:defRPr sz="1650" b="1">
                <a:solidFill>
                  <a:srgbClr val="183448"/>
                </a:solidFill>
                <a:latin typeface="Tahoma"/>
                <a:ea typeface="Tahoma"/>
                <a:cs typeface="Tahoma"/>
              </a:defRPr>
            </a:lvl3pPr>
            <a:lvl4pPr>
              <a:defRPr sz="1650" b="1">
                <a:solidFill>
                  <a:srgbClr val="183448"/>
                </a:solidFill>
                <a:latin typeface="Tahoma"/>
                <a:ea typeface="Tahoma"/>
                <a:cs typeface="Tahoma"/>
              </a:defRPr>
            </a:lvl4pPr>
            <a:lvl5pPr>
              <a:defRPr sz="1650" b="1">
                <a:solidFill>
                  <a:srgbClr val="183448"/>
                </a:solidFill>
                <a:latin typeface="Tahoma"/>
                <a:ea typeface="Tahoma"/>
                <a:cs typeface="Tahoma"/>
              </a:defRPr>
            </a:lvl5pPr>
            <a:lvl6pPr>
              <a:defRPr sz="1650" b="1">
                <a:solidFill>
                  <a:srgbClr val="183448"/>
                </a:solidFill>
                <a:latin typeface="Tahoma"/>
                <a:ea typeface="Tahoma"/>
                <a:cs typeface="Tahoma"/>
              </a:defRPr>
            </a:lvl6pPr>
            <a:lvl7pPr>
              <a:defRPr sz="1650" b="1">
                <a:solidFill>
                  <a:srgbClr val="183448"/>
                </a:solidFill>
                <a:latin typeface="Tahoma"/>
                <a:ea typeface="Tahoma"/>
                <a:cs typeface="Tahoma"/>
              </a:defRPr>
            </a:lvl7pPr>
            <a:lvl8pPr>
              <a:defRPr sz="1650" b="1">
                <a:solidFill>
                  <a:srgbClr val="183448"/>
                </a:solidFill>
                <a:latin typeface="Tahoma"/>
                <a:ea typeface="Tahoma"/>
                <a:cs typeface="Tahoma"/>
              </a:defRPr>
            </a:lvl8pPr>
            <a:lvl9pPr>
              <a:defRPr sz="1650" b="1">
                <a:solidFill>
                  <a:srgbClr val="183448"/>
                </a:solidFill>
                <a:latin typeface="Tahoma"/>
                <a:ea typeface="Tahoma"/>
                <a:cs typeface="Tahoma"/>
              </a:defRPr>
            </a:lvl9pPr>
          </a:lstStyle>
          <a:p xmlns:a="http://schemas.openxmlformats.org/drawingml/2006/main">
            <a:pPr>
              <a:defRPr sz="1650" b="1">
                <a:solidFill>
                  <a:srgbClr val="183448"/>
                </a:solidFill>
                <a:latin typeface="Tahoma"/>
                <a:ea typeface="Tahoma"/>
                <a:cs typeface="Tahoma"/>
              </a:defRPr>
            </a:pPr>
            <a:r>
              <a:rPr sz="1650" b="1">
                <a:solidFill>
                  <a:srgbClr val="183448"/>
                </a:solidFill>
                <a:latin typeface="Tahoma"/>
                <a:ea typeface="Tahoma"/>
                <a:cs typeface="Tahoma"/>
              </a:rPr>
              <a:t>ผู้สนทนา</a:t>
            </a:r>
          </a:p>
        </p:txBody>
      </p:sp>
      <p:sp>
        <p:nvSpPr>
          <p:cNvPr id="7" name="">
            <a:extLst xmlns:a="http://schemas.openxmlformats.org/drawingml/2006/main">
              <a:ext uri="{FF2B5EF4-FFF2-40B4-BE49-F238E27FC236}">
                <a16:creationId xmlns:a16="http://schemas.microsoft.com/office/drawing/2014/main" id="{6B24C09E-B8BC-4575-9D06-72962F5CE832}"/>
              </a:ext>
            </a:extLst>
          </p:cNvPr>
          <p:cNvSpPr>
            <a:spLocks xmlns:a="http://schemas.openxmlformats.org/drawingml/2006/main" noGrp="1"/>
          </p:cNvSpPr>
          <p:nvPr/>
        </p:nvSpPr>
        <p:spPr>
          <a:xfrm xmlns:a="http://schemas.openxmlformats.org/drawingml/2006/main">
            <a:off x="571500" y="3476625"/>
            <a:ext cx="11049000" cy="1123950"/>
          </a:xfrm>
          <a:prstGeom xmlns:a="http://schemas.openxmlformats.org/drawingml/2006/main" prst="rect">
            <a:avLst/>
          </a:prstGeom>
          <a:solidFill xmlns:a="http://schemas.openxmlformats.org/drawingml/2006/main">
            <a:srgbClr val="F0FA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DA7D1D-3573-49EA-85B8-5826B325ECAB}"/>
              </a:ext>
            </a:extLst>
          </p:cNvPr>
          <p:cNvSpPr>
            <a:spLocks xmlns:a="http://schemas.openxmlformats.org/drawingml/2006/main" noGrp="1"/>
          </p:cNvSpPr>
          <p:nvPr/>
        </p:nvSpPr>
        <p:spPr>
          <a:xfrm xmlns:a="http://schemas.openxmlformats.org/drawingml/2006/main">
            <a:off x="619125" y="3819525"/>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3448"/>
                </a:solidFill>
                <a:latin typeface="Tahoma"/>
                <a:ea typeface="Tahoma"/>
                <a:cs typeface="Tahoma"/>
              </a:defRPr>
            </a:defPPr>
            <a:lvl1pPr>
              <a:defRPr sz="1650" b="1">
                <a:solidFill>
                  <a:srgbClr val="183448"/>
                </a:solidFill>
                <a:latin typeface="Tahoma"/>
                <a:ea typeface="Tahoma"/>
                <a:cs typeface="Tahoma"/>
              </a:defRPr>
            </a:lvl1pPr>
            <a:lvl2pPr>
              <a:defRPr sz="1650" b="1">
                <a:solidFill>
                  <a:srgbClr val="183448"/>
                </a:solidFill>
                <a:latin typeface="Tahoma"/>
                <a:ea typeface="Tahoma"/>
                <a:cs typeface="Tahoma"/>
              </a:defRPr>
            </a:lvl2pPr>
            <a:lvl3pPr>
              <a:defRPr sz="1650" b="1">
                <a:solidFill>
                  <a:srgbClr val="183448"/>
                </a:solidFill>
                <a:latin typeface="Tahoma"/>
                <a:ea typeface="Tahoma"/>
                <a:cs typeface="Tahoma"/>
              </a:defRPr>
            </a:lvl3pPr>
            <a:lvl4pPr>
              <a:defRPr sz="1650" b="1">
                <a:solidFill>
                  <a:srgbClr val="183448"/>
                </a:solidFill>
                <a:latin typeface="Tahoma"/>
                <a:ea typeface="Tahoma"/>
                <a:cs typeface="Tahoma"/>
              </a:defRPr>
            </a:lvl4pPr>
            <a:lvl5pPr>
              <a:defRPr sz="1650" b="1">
                <a:solidFill>
                  <a:srgbClr val="183448"/>
                </a:solidFill>
                <a:latin typeface="Tahoma"/>
                <a:ea typeface="Tahoma"/>
                <a:cs typeface="Tahoma"/>
              </a:defRPr>
            </a:lvl5pPr>
            <a:lvl6pPr>
              <a:defRPr sz="1650" b="1">
                <a:solidFill>
                  <a:srgbClr val="183448"/>
                </a:solidFill>
                <a:latin typeface="Tahoma"/>
                <a:ea typeface="Tahoma"/>
                <a:cs typeface="Tahoma"/>
              </a:defRPr>
            </a:lvl6pPr>
            <a:lvl7pPr>
              <a:defRPr sz="1650" b="1">
                <a:solidFill>
                  <a:srgbClr val="183448"/>
                </a:solidFill>
                <a:latin typeface="Tahoma"/>
                <a:ea typeface="Tahoma"/>
                <a:cs typeface="Tahoma"/>
              </a:defRPr>
            </a:lvl7pPr>
            <a:lvl8pPr>
              <a:defRPr sz="1650" b="1">
                <a:solidFill>
                  <a:srgbClr val="183448"/>
                </a:solidFill>
                <a:latin typeface="Tahoma"/>
                <a:ea typeface="Tahoma"/>
                <a:cs typeface="Tahoma"/>
              </a:defRPr>
            </a:lvl8pPr>
            <a:lvl9pPr>
              <a:defRPr sz="1650" b="1">
                <a:solidFill>
                  <a:srgbClr val="183448"/>
                </a:solidFill>
                <a:latin typeface="Tahoma"/>
                <a:ea typeface="Tahoma"/>
                <a:cs typeface="Tahoma"/>
              </a:defRPr>
            </a:lvl9pPr>
          </a:lstStyle>
          <a:p xmlns:a="http://schemas.openxmlformats.org/drawingml/2006/main">
            <a:pPr>
              <a:defRPr sz="1650" b="1">
                <a:solidFill>
                  <a:srgbClr val="183448"/>
                </a:solidFill>
                <a:latin typeface="Tahoma"/>
                <a:ea typeface="Tahoma"/>
                <a:cs typeface="Tahoma"/>
              </a:defRPr>
            </a:pPr>
            <a:r>
              <a:rPr sz="1650" b="1">
                <a:solidFill>
                  <a:srgbClr val="183448"/>
                </a:solidFill>
                <a:latin typeface="Tahoma"/>
                <a:ea typeface="Tahoma"/>
                <a:cs typeface="Tahoma"/>
              </a:rPr>
              <a:t>ScopeBot</a:t>
            </a:r>
          </a:p>
        </p:txBody>
      </p:sp>
      <p:sp>
        <p:nvSpPr>
          <p:cNvPr id="9" name="">
            <a:extLst xmlns:a="http://schemas.openxmlformats.org/drawingml/2006/main">
              <a:ext uri="{FF2B5EF4-FFF2-40B4-BE49-F238E27FC236}">
                <a16:creationId xmlns:a16="http://schemas.microsoft.com/office/drawing/2014/main" id="{71D43854-708F-4319-8C4D-9DA066F07B81}"/>
              </a:ext>
            </a:extLst>
          </p:cNvPr>
          <p:cNvSpPr>
            <a:spLocks xmlns:a="http://schemas.openxmlformats.org/drawingml/2006/main" noGrp="1"/>
          </p:cNvSpPr>
          <p:nvPr/>
        </p:nvSpPr>
        <p:spPr>
          <a:xfrm xmlns:a="http://schemas.openxmlformats.org/drawingml/2006/main">
            <a:off x="571500" y="4714875"/>
            <a:ext cx="11049000" cy="1123950"/>
          </a:xfrm>
          <a:prstGeom xmlns:a="http://schemas.openxmlformats.org/drawingml/2006/main" prst="rect">
            <a:avLst/>
          </a:prstGeom>
          <a:solidFill xmlns:a="http://schemas.openxmlformats.org/drawingml/2006/main">
            <a:srgbClr val="FFF8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FA942FE-3DBE-4ADC-B349-82083CD5FA75}"/>
              </a:ext>
            </a:extLst>
          </p:cNvPr>
          <p:cNvSpPr>
            <a:spLocks xmlns:a="http://schemas.openxmlformats.org/drawingml/2006/main" noGrp="1"/>
          </p:cNvSpPr>
          <p:nvPr/>
        </p:nvSpPr>
        <p:spPr>
          <a:xfrm xmlns:a="http://schemas.openxmlformats.org/drawingml/2006/main">
            <a:off x="619125" y="5057775"/>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3448"/>
                </a:solidFill>
                <a:latin typeface="Tahoma"/>
                <a:ea typeface="Tahoma"/>
                <a:cs typeface="Tahoma"/>
              </a:defRPr>
            </a:defPPr>
            <a:lvl1pPr>
              <a:defRPr sz="1650" b="1">
                <a:solidFill>
                  <a:srgbClr val="183448"/>
                </a:solidFill>
                <a:latin typeface="Tahoma"/>
                <a:ea typeface="Tahoma"/>
                <a:cs typeface="Tahoma"/>
              </a:defRPr>
            </a:lvl1pPr>
            <a:lvl2pPr>
              <a:defRPr sz="1650" b="1">
                <a:solidFill>
                  <a:srgbClr val="183448"/>
                </a:solidFill>
                <a:latin typeface="Tahoma"/>
                <a:ea typeface="Tahoma"/>
                <a:cs typeface="Tahoma"/>
              </a:defRPr>
            </a:lvl2pPr>
            <a:lvl3pPr>
              <a:defRPr sz="1650" b="1">
                <a:solidFill>
                  <a:srgbClr val="183448"/>
                </a:solidFill>
                <a:latin typeface="Tahoma"/>
                <a:ea typeface="Tahoma"/>
                <a:cs typeface="Tahoma"/>
              </a:defRPr>
            </a:lvl3pPr>
            <a:lvl4pPr>
              <a:defRPr sz="1650" b="1">
                <a:solidFill>
                  <a:srgbClr val="183448"/>
                </a:solidFill>
                <a:latin typeface="Tahoma"/>
                <a:ea typeface="Tahoma"/>
                <a:cs typeface="Tahoma"/>
              </a:defRPr>
            </a:lvl4pPr>
            <a:lvl5pPr>
              <a:defRPr sz="1650" b="1">
                <a:solidFill>
                  <a:srgbClr val="183448"/>
                </a:solidFill>
                <a:latin typeface="Tahoma"/>
                <a:ea typeface="Tahoma"/>
                <a:cs typeface="Tahoma"/>
              </a:defRPr>
            </a:lvl5pPr>
            <a:lvl6pPr>
              <a:defRPr sz="1650" b="1">
                <a:solidFill>
                  <a:srgbClr val="183448"/>
                </a:solidFill>
                <a:latin typeface="Tahoma"/>
                <a:ea typeface="Tahoma"/>
                <a:cs typeface="Tahoma"/>
              </a:defRPr>
            </a:lvl6pPr>
            <a:lvl7pPr>
              <a:defRPr sz="1650" b="1">
                <a:solidFill>
                  <a:srgbClr val="183448"/>
                </a:solidFill>
                <a:latin typeface="Tahoma"/>
                <a:ea typeface="Tahoma"/>
                <a:cs typeface="Tahoma"/>
              </a:defRPr>
            </a:lvl7pPr>
            <a:lvl8pPr>
              <a:defRPr sz="1650" b="1">
                <a:solidFill>
                  <a:srgbClr val="183448"/>
                </a:solidFill>
                <a:latin typeface="Tahoma"/>
                <a:ea typeface="Tahoma"/>
                <a:cs typeface="Tahoma"/>
              </a:defRPr>
            </a:lvl8pPr>
            <a:lvl9pPr>
              <a:defRPr sz="1650" b="1">
                <a:solidFill>
                  <a:srgbClr val="183448"/>
                </a:solidFill>
                <a:latin typeface="Tahoma"/>
                <a:ea typeface="Tahoma"/>
                <a:cs typeface="Tahoma"/>
              </a:defRPr>
            </a:lvl9pPr>
          </a:lstStyle>
          <a:p xmlns:a="http://schemas.openxmlformats.org/drawingml/2006/main">
            <a:pPr>
              <a:defRPr sz="1650" b="1">
                <a:solidFill>
                  <a:srgbClr val="183448"/>
                </a:solidFill>
                <a:latin typeface="Tahoma"/>
                <a:ea typeface="Tahoma"/>
                <a:cs typeface="Tahoma"/>
              </a:defRPr>
            </a:pPr>
            <a:r>
              <a:rPr sz="1650" b="1">
                <a:solidFill>
                  <a:srgbClr val="183448"/>
                </a:solidFill>
                <a:latin typeface="Tahoma"/>
                <a:ea typeface="Tahoma"/>
                <a:cs typeface="Tahoma"/>
              </a:rPr>
              <a:t>เจ้าของบอท</a:t>
            </a:r>
          </a:p>
        </p:txBody>
      </p:sp>
      <p:sp>
        <p:nvSpPr>
          <p:cNvPr id="11" name="">
            <a:extLst xmlns:a="http://schemas.openxmlformats.org/drawingml/2006/main">
              <a:ext uri="{FF2B5EF4-FFF2-40B4-BE49-F238E27FC236}">
                <a16:creationId xmlns:a16="http://schemas.microsoft.com/office/drawing/2014/main" id="{BBCCFB74-8BE4-4A58-982C-D2DFD37BFCA6}"/>
              </a:ext>
            </a:extLst>
          </p:cNvPr>
          <p:cNvSpPr>
            <a:spLocks xmlns:a="http://schemas.openxmlformats.org/drawingml/2006/main" noGrp="1"/>
          </p:cNvSpPr>
          <p:nvPr/>
        </p:nvSpPr>
        <p:spPr>
          <a:xfrm xmlns:a="http://schemas.openxmlformats.org/drawingml/2006/main">
            <a:off x="2190750" y="2352675"/>
            <a:ext cx="2000250" cy="857250"/>
          </a:xfrm>
          <a:prstGeom xmlns:a="http://schemas.openxmlformats.org/drawingml/2006/main" prst="roundRect">
            <a:avLst>
              <a:gd name="adj" fmla="val 8889"/>
            </a:avLst>
          </a:prstGeom>
          <a:solidFill xmlns:a="http://schemas.openxmlformats.org/drawingml/2006/main">
            <a:srgbClr val="EFF7FD"/>
          </a:solidFill>
          <a:ln xmlns:a="http://schemas.openxmlformats.org/drawingml/2006/main" w="11430">
            <a:solidFill>
              <a:srgbClr val="C3DDE4"/>
            </a:solidFill>
          </a:ln>
        </p:spPr>
      </p:sp>
      <p:sp>
        <p:nvSpPr>
          <p:cNvPr id="12" name="">
            <a:extLst xmlns:a="http://schemas.openxmlformats.org/drawingml/2006/main">
              <a:ext uri="{FF2B5EF4-FFF2-40B4-BE49-F238E27FC236}">
                <a16:creationId xmlns:a16="http://schemas.microsoft.com/office/drawing/2014/main" id="{3AE7743C-BC1E-4A33-81FB-2BB277C70F45}"/>
              </a:ext>
            </a:extLst>
          </p:cNvPr>
          <p:cNvSpPr>
            <a:spLocks xmlns:a="http://schemas.openxmlformats.org/drawingml/2006/main" noGrp="1"/>
          </p:cNvSpPr>
          <p:nvPr/>
        </p:nvSpPr>
        <p:spPr>
          <a:xfrm xmlns:a="http://schemas.openxmlformats.org/drawingml/2006/main">
            <a:off x="2286000" y="2447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1  ส่งคำถาม</a:t>
            </a:r>
          </a:p>
        </p:txBody>
      </p:sp>
      <p:sp>
        <p:nvSpPr>
          <p:cNvPr id="13" name="">
            <a:extLst xmlns:a="http://schemas.openxmlformats.org/drawingml/2006/main">
              <a:ext uri="{FF2B5EF4-FFF2-40B4-BE49-F238E27FC236}">
                <a16:creationId xmlns:a16="http://schemas.microsoft.com/office/drawing/2014/main" id="{7DAC064A-AAD7-434C-A47A-8A080FA1FC5C}"/>
              </a:ext>
            </a:extLst>
          </p:cNvPr>
          <p:cNvSpPr>
            <a:spLocks xmlns:a="http://schemas.openxmlformats.org/drawingml/2006/main" noGrp="1"/>
          </p:cNvSpPr>
          <p:nvPr/>
        </p:nvSpPr>
        <p:spPr>
          <a:xfrm xmlns:a="http://schemas.openxmlformats.org/drawingml/2006/main">
            <a:off x="2286000" y="28194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ผ่าน LINE OA</a:t>
            </a:r>
          </a:p>
        </p:txBody>
      </p:sp>
      <p:sp>
        <p:nvSpPr>
          <p:cNvPr id="14" name="">
            <a:extLst xmlns:a="http://schemas.openxmlformats.org/drawingml/2006/main">
              <a:ext uri="{FF2B5EF4-FFF2-40B4-BE49-F238E27FC236}">
                <a16:creationId xmlns:a16="http://schemas.microsoft.com/office/drawing/2014/main" id="{ED4D54CB-01D6-4709-8CB1-51BB7692E2E1}"/>
              </a:ext>
            </a:extLst>
          </p:cNvPr>
          <p:cNvSpPr>
            <a:spLocks xmlns:a="http://schemas.openxmlformats.org/drawingml/2006/main" noGrp="1"/>
          </p:cNvSpPr>
          <p:nvPr/>
        </p:nvSpPr>
        <p:spPr>
          <a:xfrm xmlns:a="http://schemas.openxmlformats.org/drawingml/2006/main">
            <a:off x="3124200" y="3209925"/>
            <a:ext cx="133350" cy="381000"/>
          </a:xfrm>
          <a:prstGeom xmlns:a="http://schemas.openxmlformats.org/drawingml/2006/main" prst="downArrow">
            <a:avLst/>
          </a:prstGeom>
          <a:solidFill xmlns:a="http://schemas.openxmlformats.org/drawingml/2006/main">
            <a:srgbClr val="74AAB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CA74A85-44DD-4FCA-9013-E7A3DE137CEE}"/>
              </a:ext>
            </a:extLst>
          </p:cNvPr>
          <p:cNvSpPr>
            <a:spLocks xmlns:a="http://schemas.openxmlformats.org/drawingml/2006/main" noGrp="1"/>
          </p:cNvSpPr>
          <p:nvPr/>
        </p:nvSpPr>
        <p:spPr>
          <a:xfrm xmlns:a="http://schemas.openxmlformats.org/drawingml/2006/main">
            <a:off x="2190750" y="3590925"/>
            <a:ext cx="2000250" cy="857250"/>
          </a:xfrm>
          <a:prstGeom xmlns:a="http://schemas.openxmlformats.org/drawingml/2006/main" prst="roundRect">
            <a:avLst>
              <a:gd name="adj" fmla="val 8889"/>
            </a:avLst>
          </a:prstGeom>
          <a:solidFill xmlns:a="http://schemas.openxmlformats.org/drawingml/2006/main">
            <a:srgbClr val="E5F5EF"/>
          </a:solidFill>
          <a:ln xmlns:a="http://schemas.openxmlformats.org/drawingml/2006/main" w="11430">
            <a:solidFill>
              <a:srgbClr val="C3DDE4"/>
            </a:solidFill>
          </a:ln>
        </p:spPr>
      </p:sp>
      <p:sp>
        <p:nvSpPr>
          <p:cNvPr id="16" name="">
            <a:extLst xmlns:a="http://schemas.openxmlformats.org/drawingml/2006/main">
              <a:ext uri="{FF2B5EF4-FFF2-40B4-BE49-F238E27FC236}">
                <a16:creationId xmlns:a16="http://schemas.microsoft.com/office/drawing/2014/main" id="{661C23B3-EED8-4DE4-8195-8FB27754F540}"/>
              </a:ext>
            </a:extLst>
          </p:cNvPr>
          <p:cNvSpPr>
            <a:spLocks xmlns:a="http://schemas.openxmlformats.org/drawingml/2006/main" noGrp="1"/>
          </p:cNvSpPr>
          <p:nvPr/>
        </p:nvSpPr>
        <p:spPr>
          <a:xfrm xmlns:a="http://schemas.openxmlformats.org/drawingml/2006/main">
            <a:off x="2286000" y="36861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2  ค้นและตอบ</a:t>
            </a:r>
          </a:p>
        </p:txBody>
      </p:sp>
      <p:sp>
        <p:nvSpPr>
          <p:cNvPr id="17" name="">
            <a:extLst xmlns:a="http://schemas.openxmlformats.org/drawingml/2006/main">
              <a:ext uri="{FF2B5EF4-FFF2-40B4-BE49-F238E27FC236}">
                <a16:creationId xmlns:a16="http://schemas.microsoft.com/office/drawing/2014/main" id="{E004E6B8-62C4-48FD-9441-646CF0060EF1}"/>
              </a:ext>
            </a:extLst>
          </p:cNvPr>
          <p:cNvSpPr>
            <a:spLocks xmlns:a="http://schemas.openxmlformats.org/drawingml/2006/main" noGrp="1"/>
          </p:cNvSpPr>
          <p:nvPr/>
        </p:nvSpPr>
        <p:spPr>
          <a:xfrm xmlns:a="http://schemas.openxmlformats.org/drawingml/2006/main">
            <a:off x="2286000" y="405765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ใช้ความรู้ของบอท</a:t>
            </a:r>
          </a:p>
        </p:txBody>
      </p:sp>
      <p:sp>
        <p:nvSpPr>
          <p:cNvPr id="18" name="">
            <a:extLst xmlns:a="http://schemas.openxmlformats.org/drawingml/2006/main">
              <a:ext uri="{FF2B5EF4-FFF2-40B4-BE49-F238E27FC236}">
                <a16:creationId xmlns:a16="http://schemas.microsoft.com/office/drawing/2014/main" id="{DEA91664-0746-4A09-8904-89CBF9F96BD7}"/>
              </a:ext>
            </a:extLst>
          </p:cNvPr>
          <p:cNvSpPr>
            <a:spLocks xmlns:a="http://schemas.openxmlformats.org/drawingml/2006/main" noGrp="1"/>
          </p:cNvSpPr>
          <p:nvPr/>
        </p:nvSpPr>
        <p:spPr>
          <a:xfrm xmlns:a="http://schemas.openxmlformats.org/drawingml/2006/main">
            <a:off x="4191000" y="4000500"/>
            <a:ext cx="523875" cy="19050"/>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6EE2420-A3E3-4434-82ED-3EB3E7320234}"/>
              </a:ext>
            </a:extLst>
          </p:cNvPr>
          <p:cNvSpPr>
            <a:spLocks xmlns:a="http://schemas.openxmlformats.org/drawingml/2006/main" noGrp="1"/>
          </p:cNvSpPr>
          <p:nvPr/>
        </p:nvSpPr>
        <p:spPr>
          <a:xfrm xmlns:a="http://schemas.openxmlformats.org/drawingml/2006/main">
            <a:off x="4705350" y="2771775"/>
            <a:ext cx="19050" cy="1228725"/>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46E71C0-7950-44C1-ABDD-0889333D5EC7}"/>
              </a:ext>
            </a:extLst>
          </p:cNvPr>
          <p:cNvSpPr>
            <a:spLocks xmlns:a="http://schemas.openxmlformats.org/drawingml/2006/main" noGrp="1"/>
          </p:cNvSpPr>
          <p:nvPr/>
        </p:nvSpPr>
        <p:spPr>
          <a:xfrm xmlns:a="http://schemas.openxmlformats.org/drawingml/2006/main">
            <a:off x="4714875" y="2705100"/>
            <a:ext cx="190500" cy="133350"/>
          </a:xfrm>
          <a:prstGeom xmlns:a="http://schemas.openxmlformats.org/drawingml/2006/main" prst="rightArrow">
            <a:avLst/>
          </a:prstGeom>
          <a:solidFill xmlns:a="http://schemas.openxmlformats.org/drawingml/2006/main">
            <a:srgbClr val="74AAB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F96F1AB-55B9-4211-B39F-9A85DD48CAA7}"/>
              </a:ext>
            </a:extLst>
          </p:cNvPr>
          <p:cNvSpPr>
            <a:spLocks xmlns:a="http://schemas.openxmlformats.org/drawingml/2006/main" noGrp="1"/>
          </p:cNvSpPr>
          <p:nvPr/>
        </p:nvSpPr>
        <p:spPr>
          <a:xfrm xmlns:a="http://schemas.openxmlformats.org/drawingml/2006/main">
            <a:off x="4905375" y="2352675"/>
            <a:ext cx="2000250" cy="857250"/>
          </a:xfrm>
          <a:prstGeom xmlns:a="http://schemas.openxmlformats.org/drawingml/2006/main" prst="roundRect">
            <a:avLst>
              <a:gd name="adj" fmla="val 8889"/>
            </a:avLst>
          </a:prstGeom>
          <a:solidFill xmlns:a="http://schemas.openxmlformats.org/drawingml/2006/main">
            <a:srgbClr val="EFF7FD"/>
          </a:solidFill>
          <a:ln xmlns:a="http://schemas.openxmlformats.org/drawingml/2006/main" w="11430">
            <a:solidFill>
              <a:srgbClr val="C3DDE4"/>
            </a:solidFill>
          </a:ln>
        </p:spPr>
      </p:sp>
      <p:sp>
        <p:nvSpPr>
          <p:cNvPr id="22" name="">
            <a:extLst xmlns:a="http://schemas.openxmlformats.org/drawingml/2006/main">
              <a:ext uri="{FF2B5EF4-FFF2-40B4-BE49-F238E27FC236}">
                <a16:creationId xmlns:a16="http://schemas.microsoft.com/office/drawing/2014/main" id="{F6DD2482-90E3-41E3-BCCA-B34E7A60AE20}"/>
              </a:ext>
            </a:extLst>
          </p:cNvPr>
          <p:cNvSpPr>
            <a:spLocks xmlns:a="http://schemas.openxmlformats.org/drawingml/2006/main" noGrp="1"/>
          </p:cNvSpPr>
          <p:nvPr/>
        </p:nvSpPr>
        <p:spPr>
          <a:xfrm xmlns:a="http://schemas.openxmlformats.org/drawingml/2006/main">
            <a:off x="5000625" y="2447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3  อ่านคำตอบ</a:t>
            </a:r>
          </a:p>
        </p:txBody>
      </p:sp>
      <p:sp>
        <p:nvSpPr>
          <p:cNvPr id="23" name="">
            <a:extLst xmlns:a="http://schemas.openxmlformats.org/drawingml/2006/main">
              <a:ext uri="{FF2B5EF4-FFF2-40B4-BE49-F238E27FC236}">
                <a16:creationId xmlns:a16="http://schemas.microsoft.com/office/drawing/2014/main" id="{BD72A69E-161C-4D2F-B6AB-70A57C79A361}"/>
              </a:ext>
            </a:extLst>
          </p:cNvPr>
          <p:cNvSpPr>
            <a:spLocks xmlns:a="http://schemas.openxmlformats.org/drawingml/2006/main" noGrp="1"/>
          </p:cNvSpPr>
          <p:nvPr/>
        </p:nvSpPr>
        <p:spPr>
          <a:xfrm xmlns:a="http://schemas.openxmlformats.org/drawingml/2006/main">
            <a:off x="5000625" y="28194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จบได้เมื่อได้ข้อมูล</a:t>
            </a:r>
          </a:p>
        </p:txBody>
      </p:sp>
      <p:sp>
        <p:nvSpPr>
          <p:cNvPr id="24" name="">
            <a:extLst xmlns:a="http://schemas.openxmlformats.org/drawingml/2006/main">
              <a:ext uri="{FF2B5EF4-FFF2-40B4-BE49-F238E27FC236}">
                <a16:creationId xmlns:a16="http://schemas.microsoft.com/office/drawing/2014/main" id="{1A6FB150-2C40-4E2C-B242-244F81BA0CBA}"/>
              </a:ext>
            </a:extLst>
          </p:cNvPr>
          <p:cNvSpPr>
            <a:spLocks xmlns:a="http://schemas.openxmlformats.org/drawingml/2006/main" noGrp="1"/>
          </p:cNvSpPr>
          <p:nvPr/>
        </p:nvSpPr>
        <p:spPr>
          <a:xfrm xmlns:a="http://schemas.openxmlformats.org/drawingml/2006/main">
            <a:off x="7029450" y="2705100"/>
            <a:ext cx="209550" cy="133350"/>
          </a:xfrm>
          <a:prstGeom xmlns:a="http://schemas.openxmlformats.org/drawingml/2006/main" prst="rightArrow">
            <a:avLst/>
          </a:prstGeom>
          <a:solidFill xmlns:a="http://schemas.openxmlformats.org/drawingml/2006/main">
            <a:srgbClr val="C7975D"/>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2D3CDCE-1DF2-47BF-BFF0-206D3B4811F1}"/>
              </a:ext>
            </a:extLst>
          </p:cNvPr>
          <p:cNvSpPr>
            <a:spLocks xmlns:a="http://schemas.openxmlformats.org/drawingml/2006/main" noGrp="1"/>
          </p:cNvSpPr>
          <p:nvPr/>
        </p:nvSpPr>
        <p:spPr>
          <a:xfrm xmlns:a="http://schemas.openxmlformats.org/drawingml/2006/main">
            <a:off x="7381875" y="2352675"/>
            <a:ext cx="2000250" cy="857250"/>
          </a:xfrm>
          <a:prstGeom xmlns:a="http://schemas.openxmlformats.org/drawingml/2006/main" prst="roundRect">
            <a:avLst>
              <a:gd name="adj" fmla="val 8889"/>
            </a:avLst>
          </a:prstGeom>
          <a:solidFill xmlns:a="http://schemas.openxmlformats.org/drawingml/2006/main">
            <a:srgbClr val="FFF0DF"/>
          </a:solidFill>
          <a:ln xmlns:a="http://schemas.openxmlformats.org/drawingml/2006/main" w="11430">
            <a:solidFill>
              <a:srgbClr val="C3DDE4"/>
            </a:solidFill>
          </a:ln>
        </p:spPr>
      </p:sp>
      <p:sp>
        <p:nvSpPr>
          <p:cNvPr id="26" name="">
            <a:extLst xmlns:a="http://schemas.openxmlformats.org/drawingml/2006/main">
              <a:ext uri="{FF2B5EF4-FFF2-40B4-BE49-F238E27FC236}">
                <a16:creationId xmlns:a16="http://schemas.microsoft.com/office/drawing/2014/main" id="{904C96BC-4539-4C83-9446-1D684B954285}"/>
              </a:ext>
            </a:extLst>
          </p:cNvPr>
          <p:cNvSpPr>
            <a:spLocks xmlns:a="http://schemas.openxmlformats.org/drawingml/2006/main" noGrp="1"/>
          </p:cNvSpPr>
          <p:nvPr/>
        </p:nvSpPr>
        <p:spPr>
          <a:xfrm xmlns:a="http://schemas.openxmlformats.org/drawingml/2006/main">
            <a:off x="7477125" y="2447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3448"/>
                </a:solidFill>
                <a:latin typeface="Tahoma"/>
                <a:ea typeface="Tahoma"/>
                <a:cs typeface="Tahoma"/>
              </a:defRPr>
            </a:defPPr>
            <a:lvl1pPr>
              <a:defRPr sz="1650" b="1">
                <a:solidFill>
                  <a:srgbClr val="183448"/>
                </a:solidFill>
                <a:latin typeface="Tahoma"/>
                <a:ea typeface="Tahoma"/>
                <a:cs typeface="Tahoma"/>
              </a:defRPr>
            </a:lvl1pPr>
            <a:lvl2pPr>
              <a:defRPr sz="1650" b="1">
                <a:solidFill>
                  <a:srgbClr val="183448"/>
                </a:solidFill>
                <a:latin typeface="Tahoma"/>
                <a:ea typeface="Tahoma"/>
                <a:cs typeface="Tahoma"/>
              </a:defRPr>
            </a:lvl2pPr>
            <a:lvl3pPr>
              <a:defRPr sz="1650" b="1">
                <a:solidFill>
                  <a:srgbClr val="183448"/>
                </a:solidFill>
                <a:latin typeface="Tahoma"/>
                <a:ea typeface="Tahoma"/>
                <a:cs typeface="Tahoma"/>
              </a:defRPr>
            </a:lvl3pPr>
            <a:lvl4pPr>
              <a:defRPr sz="1650" b="1">
                <a:solidFill>
                  <a:srgbClr val="183448"/>
                </a:solidFill>
                <a:latin typeface="Tahoma"/>
                <a:ea typeface="Tahoma"/>
                <a:cs typeface="Tahoma"/>
              </a:defRPr>
            </a:lvl4pPr>
            <a:lvl5pPr>
              <a:defRPr sz="1650" b="1">
                <a:solidFill>
                  <a:srgbClr val="183448"/>
                </a:solidFill>
                <a:latin typeface="Tahoma"/>
                <a:ea typeface="Tahoma"/>
                <a:cs typeface="Tahoma"/>
              </a:defRPr>
            </a:lvl5pPr>
            <a:lvl6pPr>
              <a:defRPr sz="1650" b="1">
                <a:solidFill>
                  <a:srgbClr val="183448"/>
                </a:solidFill>
                <a:latin typeface="Tahoma"/>
                <a:ea typeface="Tahoma"/>
                <a:cs typeface="Tahoma"/>
              </a:defRPr>
            </a:lvl6pPr>
            <a:lvl7pPr>
              <a:defRPr sz="1650" b="1">
                <a:solidFill>
                  <a:srgbClr val="183448"/>
                </a:solidFill>
                <a:latin typeface="Tahoma"/>
                <a:ea typeface="Tahoma"/>
                <a:cs typeface="Tahoma"/>
              </a:defRPr>
            </a:lvl7pPr>
            <a:lvl8pPr>
              <a:defRPr sz="1650" b="1">
                <a:solidFill>
                  <a:srgbClr val="183448"/>
                </a:solidFill>
                <a:latin typeface="Tahoma"/>
                <a:ea typeface="Tahoma"/>
                <a:cs typeface="Tahoma"/>
              </a:defRPr>
            </a:lvl8pPr>
            <a:lvl9pPr>
              <a:defRPr sz="1650" b="1">
                <a:solidFill>
                  <a:srgbClr val="183448"/>
                </a:solidFill>
                <a:latin typeface="Tahoma"/>
                <a:ea typeface="Tahoma"/>
                <a:cs typeface="Tahoma"/>
              </a:defRPr>
            </a:lvl9pPr>
          </a:lstStyle>
          <a:p xmlns:a="http://schemas.openxmlformats.org/drawingml/2006/main">
            <a:pPr>
              <a:defRPr sz="1650" b="1">
                <a:solidFill>
                  <a:srgbClr val="183448"/>
                </a:solidFill>
                <a:latin typeface="Tahoma"/>
                <a:ea typeface="Tahoma"/>
                <a:cs typeface="Tahoma"/>
              </a:defRPr>
            </a:pPr>
            <a:r>
              <a:rPr sz="1650" b="1">
                <a:solidFill>
                  <a:srgbClr val="183448"/>
                </a:solidFill>
                <a:latin typeface="Tahoma"/>
                <a:ea typeface="Tahoma"/>
                <a:cs typeface="Tahoma"/>
              </a:rPr>
              <a:t>4  ขอคุยกับคน</a:t>
            </a:r>
          </a:p>
        </p:txBody>
      </p:sp>
      <p:sp>
        <p:nvSpPr>
          <p:cNvPr id="27" name="">
            <a:extLst xmlns:a="http://schemas.openxmlformats.org/drawingml/2006/main">
              <a:ext uri="{FF2B5EF4-FFF2-40B4-BE49-F238E27FC236}">
                <a16:creationId xmlns:a16="http://schemas.microsoft.com/office/drawing/2014/main" id="{EAAE9A8F-98FD-4D90-B35E-7C3B7537732C}"/>
              </a:ext>
            </a:extLst>
          </p:cNvPr>
          <p:cNvSpPr>
            <a:spLocks xmlns:a="http://schemas.openxmlformats.org/drawingml/2006/main" noGrp="1"/>
          </p:cNvSpPr>
          <p:nvPr/>
        </p:nvSpPr>
        <p:spPr>
          <a:xfrm xmlns:a="http://schemas.openxmlformats.org/drawingml/2006/main">
            <a:off x="7477125" y="28194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เมื่ออยากได้คนช่วย</a:t>
            </a:r>
          </a:p>
        </p:txBody>
      </p:sp>
      <p:sp>
        <p:nvSpPr>
          <p:cNvPr id="28" name="">
            <a:extLst xmlns:a="http://schemas.openxmlformats.org/drawingml/2006/main">
              <a:ext uri="{FF2B5EF4-FFF2-40B4-BE49-F238E27FC236}">
                <a16:creationId xmlns:a16="http://schemas.microsoft.com/office/drawing/2014/main" id="{E14DF158-603F-46A6-81C7-5229D6AC6D5F}"/>
              </a:ext>
            </a:extLst>
          </p:cNvPr>
          <p:cNvSpPr>
            <a:spLocks xmlns:a="http://schemas.openxmlformats.org/drawingml/2006/main" noGrp="1"/>
          </p:cNvSpPr>
          <p:nvPr/>
        </p:nvSpPr>
        <p:spPr>
          <a:xfrm xmlns:a="http://schemas.openxmlformats.org/drawingml/2006/main">
            <a:off x="8315325" y="3209925"/>
            <a:ext cx="133350" cy="381000"/>
          </a:xfrm>
          <a:prstGeom xmlns:a="http://schemas.openxmlformats.org/drawingml/2006/main" prst="downArrow">
            <a:avLst/>
          </a:prstGeom>
          <a:solidFill xmlns:a="http://schemas.openxmlformats.org/drawingml/2006/main">
            <a:srgbClr val="C7975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5430CB0-6334-4632-80B5-5015D4BE8669}"/>
              </a:ext>
            </a:extLst>
          </p:cNvPr>
          <p:cNvSpPr>
            <a:spLocks xmlns:a="http://schemas.openxmlformats.org/drawingml/2006/main" noGrp="1"/>
          </p:cNvSpPr>
          <p:nvPr/>
        </p:nvSpPr>
        <p:spPr>
          <a:xfrm xmlns:a="http://schemas.openxmlformats.org/drawingml/2006/main">
            <a:off x="7381875" y="3590925"/>
            <a:ext cx="2000250" cy="857250"/>
          </a:xfrm>
          <a:prstGeom xmlns:a="http://schemas.openxmlformats.org/drawingml/2006/main" prst="roundRect">
            <a:avLst>
              <a:gd name="adj" fmla="val 8889"/>
            </a:avLst>
          </a:prstGeom>
          <a:solidFill xmlns:a="http://schemas.openxmlformats.org/drawingml/2006/main">
            <a:srgbClr val="E5F5EF"/>
          </a:solidFill>
          <a:ln xmlns:a="http://schemas.openxmlformats.org/drawingml/2006/main" w="11430">
            <a:solidFill>
              <a:srgbClr val="C3DDE4"/>
            </a:solidFill>
          </a:ln>
        </p:spPr>
      </p:sp>
      <p:sp>
        <p:nvSpPr>
          <p:cNvPr id="30" name="">
            <a:extLst xmlns:a="http://schemas.openxmlformats.org/drawingml/2006/main">
              <a:ext uri="{FF2B5EF4-FFF2-40B4-BE49-F238E27FC236}">
                <a16:creationId xmlns:a16="http://schemas.microsoft.com/office/drawing/2014/main" id="{BC8CE43E-224E-486A-A00A-4994F776E63C}"/>
              </a:ext>
            </a:extLst>
          </p:cNvPr>
          <p:cNvSpPr>
            <a:spLocks xmlns:a="http://schemas.openxmlformats.org/drawingml/2006/main" noGrp="1"/>
          </p:cNvSpPr>
          <p:nvPr/>
        </p:nvSpPr>
        <p:spPr>
          <a:xfrm xmlns:a="http://schemas.openxmlformats.org/drawingml/2006/main">
            <a:off x="7477125" y="36861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5  รอรับช่วง</a:t>
            </a:r>
          </a:p>
        </p:txBody>
      </p:sp>
      <p:sp>
        <p:nvSpPr>
          <p:cNvPr id="31" name="">
            <a:extLst xmlns:a="http://schemas.openxmlformats.org/drawingml/2006/main">
              <a:ext uri="{FF2B5EF4-FFF2-40B4-BE49-F238E27FC236}">
                <a16:creationId xmlns:a16="http://schemas.microsoft.com/office/drawing/2014/main" id="{47435A44-B9D5-4045-8951-42D27A3A8AEC}"/>
              </a:ext>
            </a:extLst>
          </p:cNvPr>
          <p:cNvSpPr>
            <a:spLocks xmlns:a="http://schemas.openxmlformats.org/drawingml/2006/main" noGrp="1"/>
          </p:cNvSpPr>
          <p:nvPr/>
        </p:nvSpPr>
        <p:spPr>
          <a:xfrm xmlns:a="http://schemas.openxmlformats.org/drawingml/2006/main">
            <a:off x="7477125" y="405765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สถานะ waiting</a:t>
            </a:r>
          </a:p>
        </p:txBody>
      </p:sp>
      <p:sp>
        <p:nvSpPr>
          <p:cNvPr id="32" name="">
            <a:extLst xmlns:a="http://schemas.openxmlformats.org/drawingml/2006/main">
              <a:ext uri="{FF2B5EF4-FFF2-40B4-BE49-F238E27FC236}">
                <a16:creationId xmlns:a16="http://schemas.microsoft.com/office/drawing/2014/main" id="{F00A0BF2-A4EB-48D7-B470-C9686D042F51}"/>
              </a:ext>
            </a:extLst>
          </p:cNvPr>
          <p:cNvSpPr>
            <a:spLocks xmlns:a="http://schemas.openxmlformats.org/drawingml/2006/main" noGrp="1"/>
          </p:cNvSpPr>
          <p:nvPr/>
        </p:nvSpPr>
        <p:spPr>
          <a:xfrm xmlns:a="http://schemas.openxmlformats.org/drawingml/2006/main">
            <a:off x="8315325" y="4448175"/>
            <a:ext cx="133350" cy="381000"/>
          </a:xfrm>
          <a:prstGeom xmlns:a="http://schemas.openxmlformats.org/drawingml/2006/main" prst="downArrow">
            <a:avLst/>
          </a:prstGeom>
          <a:solidFill xmlns:a="http://schemas.openxmlformats.org/drawingml/2006/main">
            <a:srgbClr val="C7975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22FFA8B-359A-4E5B-80B4-6EA092AAA1F5}"/>
              </a:ext>
            </a:extLst>
          </p:cNvPr>
          <p:cNvSpPr>
            <a:spLocks xmlns:a="http://schemas.openxmlformats.org/drawingml/2006/main" noGrp="1"/>
          </p:cNvSpPr>
          <p:nvPr/>
        </p:nvSpPr>
        <p:spPr>
          <a:xfrm xmlns:a="http://schemas.openxmlformats.org/drawingml/2006/main">
            <a:off x="7381875" y="4829175"/>
            <a:ext cx="2000250" cy="857250"/>
          </a:xfrm>
          <a:prstGeom xmlns:a="http://schemas.openxmlformats.org/drawingml/2006/main" prst="roundRect">
            <a:avLst>
              <a:gd name="adj" fmla="val 8889"/>
            </a:avLst>
          </a:prstGeom>
          <a:solidFill xmlns:a="http://schemas.openxmlformats.org/drawingml/2006/main">
            <a:srgbClr val="FFF0DF"/>
          </a:solidFill>
          <a:ln xmlns:a="http://schemas.openxmlformats.org/drawingml/2006/main" w="11430">
            <a:solidFill>
              <a:srgbClr val="C3DDE4"/>
            </a:solidFill>
          </a:ln>
        </p:spPr>
      </p:sp>
      <p:sp>
        <p:nvSpPr>
          <p:cNvPr id="34" name="">
            <a:extLst xmlns:a="http://schemas.openxmlformats.org/drawingml/2006/main">
              <a:ext uri="{FF2B5EF4-FFF2-40B4-BE49-F238E27FC236}">
                <a16:creationId xmlns:a16="http://schemas.microsoft.com/office/drawing/2014/main" id="{52D88DDF-4EB4-4E45-A697-519E6EC6C4E3}"/>
              </a:ext>
            </a:extLst>
          </p:cNvPr>
          <p:cNvSpPr>
            <a:spLocks xmlns:a="http://schemas.openxmlformats.org/drawingml/2006/main" noGrp="1"/>
          </p:cNvSpPr>
          <p:nvPr/>
        </p:nvSpPr>
        <p:spPr>
          <a:xfrm xmlns:a="http://schemas.openxmlformats.org/drawingml/2006/main">
            <a:off x="7477125" y="49244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6  รับช่วงตอบ</a:t>
            </a:r>
          </a:p>
        </p:txBody>
      </p:sp>
      <p:sp>
        <p:nvSpPr>
          <p:cNvPr id="35" name="">
            <a:extLst xmlns:a="http://schemas.openxmlformats.org/drawingml/2006/main">
              <a:ext uri="{FF2B5EF4-FFF2-40B4-BE49-F238E27FC236}">
                <a16:creationId xmlns:a16="http://schemas.microsoft.com/office/drawing/2014/main" id="{710BCBCC-A468-4B55-8740-F01C2B4DBEEA}"/>
              </a:ext>
            </a:extLst>
          </p:cNvPr>
          <p:cNvSpPr>
            <a:spLocks xmlns:a="http://schemas.openxmlformats.org/drawingml/2006/main" noGrp="1"/>
          </p:cNvSpPr>
          <p:nvPr/>
        </p:nvSpPr>
        <p:spPr>
          <a:xfrm xmlns:a="http://schemas.openxmlformats.org/drawingml/2006/main">
            <a:off x="7477125" y="5295900"/>
            <a:ext cx="180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สถานะ human</a:t>
            </a:r>
          </a:p>
        </p:txBody>
      </p:sp>
      <p:sp>
        <p:nvSpPr>
          <p:cNvPr id="36" name="">
            <a:extLst xmlns:a="http://schemas.openxmlformats.org/drawingml/2006/main">
              <a:ext uri="{FF2B5EF4-FFF2-40B4-BE49-F238E27FC236}">
                <a16:creationId xmlns:a16="http://schemas.microsoft.com/office/drawing/2014/main" id="{91568B1B-A369-4307-AB02-689D9FC093E5}"/>
              </a:ext>
            </a:extLst>
          </p:cNvPr>
          <p:cNvSpPr>
            <a:spLocks xmlns:a="http://schemas.openxmlformats.org/drawingml/2006/main" noGrp="1"/>
          </p:cNvSpPr>
          <p:nvPr/>
        </p:nvSpPr>
        <p:spPr>
          <a:xfrm xmlns:a="http://schemas.openxmlformats.org/drawingml/2006/main">
            <a:off x="9448800" y="5172075"/>
            <a:ext cx="209550" cy="133350"/>
          </a:xfrm>
          <a:prstGeom xmlns:a="http://schemas.openxmlformats.org/drawingml/2006/main" prst="rightArrow">
            <a:avLst/>
          </a:prstGeom>
          <a:solidFill xmlns:a="http://schemas.openxmlformats.org/drawingml/2006/main">
            <a:srgbClr val="C7975D"/>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A1DD345-B7DF-41EC-BDB6-7F39B362D7B5}"/>
              </a:ext>
            </a:extLst>
          </p:cNvPr>
          <p:cNvSpPr>
            <a:spLocks xmlns:a="http://schemas.openxmlformats.org/drawingml/2006/main" noGrp="1"/>
          </p:cNvSpPr>
          <p:nvPr/>
        </p:nvSpPr>
        <p:spPr>
          <a:xfrm xmlns:a="http://schemas.openxmlformats.org/drawingml/2006/main">
            <a:off x="9715500" y="4829175"/>
            <a:ext cx="1762125" cy="857250"/>
          </a:xfrm>
          <a:prstGeom xmlns:a="http://schemas.openxmlformats.org/drawingml/2006/main" prst="roundRect">
            <a:avLst>
              <a:gd name="adj" fmla="val 8889"/>
            </a:avLst>
          </a:prstGeom>
          <a:solidFill xmlns:a="http://schemas.openxmlformats.org/drawingml/2006/main">
            <a:srgbClr val="FFF0DF"/>
          </a:solidFill>
          <a:ln xmlns:a="http://schemas.openxmlformats.org/drawingml/2006/main" w="11430">
            <a:solidFill>
              <a:srgbClr val="C3DDE4"/>
            </a:solidFill>
          </a:ln>
        </p:spPr>
      </p:sp>
      <p:sp>
        <p:nvSpPr>
          <p:cNvPr id="38" name="">
            <a:extLst xmlns:a="http://schemas.openxmlformats.org/drawingml/2006/main">
              <a:ext uri="{FF2B5EF4-FFF2-40B4-BE49-F238E27FC236}">
                <a16:creationId xmlns:a16="http://schemas.microsoft.com/office/drawing/2014/main" id="{0D316F67-E5E2-4FB6-B3D9-94684234CAF8}"/>
              </a:ext>
            </a:extLst>
          </p:cNvPr>
          <p:cNvSpPr>
            <a:spLocks xmlns:a="http://schemas.openxmlformats.org/drawingml/2006/main" noGrp="1"/>
          </p:cNvSpPr>
          <p:nvPr/>
        </p:nvSpPr>
        <p:spPr>
          <a:xfrm xmlns:a="http://schemas.openxmlformats.org/drawingml/2006/main">
            <a:off x="9810750" y="4924425"/>
            <a:ext cx="1571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183448"/>
                </a:solidFill>
                <a:latin typeface="Tahoma"/>
                <a:ea typeface="Tahoma"/>
                <a:cs typeface="Tahoma"/>
              </a:defRPr>
            </a:defPPr>
            <a:lvl1pPr>
              <a:defRPr sz="1650" b="1">
                <a:solidFill>
                  <a:srgbClr val="183448"/>
                </a:solidFill>
                <a:latin typeface="Tahoma"/>
                <a:ea typeface="Tahoma"/>
                <a:cs typeface="Tahoma"/>
              </a:defRPr>
            </a:lvl1pPr>
            <a:lvl2pPr>
              <a:defRPr sz="1650" b="1">
                <a:solidFill>
                  <a:srgbClr val="183448"/>
                </a:solidFill>
                <a:latin typeface="Tahoma"/>
                <a:ea typeface="Tahoma"/>
                <a:cs typeface="Tahoma"/>
              </a:defRPr>
            </a:lvl2pPr>
            <a:lvl3pPr>
              <a:defRPr sz="1650" b="1">
                <a:solidFill>
                  <a:srgbClr val="183448"/>
                </a:solidFill>
                <a:latin typeface="Tahoma"/>
                <a:ea typeface="Tahoma"/>
                <a:cs typeface="Tahoma"/>
              </a:defRPr>
            </a:lvl3pPr>
            <a:lvl4pPr>
              <a:defRPr sz="1650" b="1">
                <a:solidFill>
                  <a:srgbClr val="183448"/>
                </a:solidFill>
                <a:latin typeface="Tahoma"/>
                <a:ea typeface="Tahoma"/>
                <a:cs typeface="Tahoma"/>
              </a:defRPr>
            </a:lvl4pPr>
            <a:lvl5pPr>
              <a:defRPr sz="1650" b="1">
                <a:solidFill>
                  <a:srgbClr val="183448"/>
                </a:solidFill>
                <a:latin typeface="Tahoma"/>
                <a:ea typeface="Tahoma"/>
                <a:cs typeface="Tahoma"/>
              </a:defRPr>
            </a:lvl5pPr>
            <a:lvl6pPr>
              <a:defRPr sz="1650" b="1">
                <a:solidFill>
                  <a:srgbClr val="183448"/>
                </a:solidFill>
                <a:latin typeface="Tahoma"/>
                <a:ea typeface="Tahoma"/>
                <a:cs typeface="Tahoma"/>
              </a:defRPr>
            </a:lvl6pPr>
            <a:lvl7pPr>
              <a:defRPr sz="1650" b="1">
                <a:solidFill>
                  <a:srgbClr val="183448"/>
                </a:solidFill>
                <a:latin typeface="Tahoma"/>
                <a:ea typeface="Tahoma"/>
                <a:cs typeface="Tahoma"/>
              </a:defRPr>
            </a:lvl7pPr>
            <a:lvl8pPr>
              <a:defRPr sz="1650" b="1">
                <a:solidFill>
                  <a:srgbClr val="183448"/>
                </a:solidFill>
                <a:latin typeface="Tahoma"/>
                <a:ea typeface="Tahoma"/>
                <a:cs typeface="Tahoma"/>
              </a:defRPr>
            </a:lvl8pPr>
            <a:lvl9pPr>
              <a:defRPr sz="1650" b="1">
                <a:solidFill>
                  <a:srgbClr val="183448"/>
                </a:solidFill>
                <a:latin typeface="Tahoma"/>
                <a:ea typeface="Tahoma"/>
                <a:cs typeface="Tahoma"/>
              </a:defRPr>
            </a:lvl9pPr>
          </a:lstStyle>
          <a:p xmlns:a="http://schemas.openxmlformats.org/drawingml/2006/main">
            <a:pPr>
              <a:defRPr sz="1650" b="1">
                <a:solidFill>
                  <a:srgbClr val="183448"/>
                </a:solidFill>
                <a:latin typeface="Tahoma"/>
                <a:ea typeface="Tahoma"/>
                <a:cs typeface="Tahoma"/>
              </a:defRPr>
            </a:pPr>
            <a:r>
              <a:rPr sz="1650" b="1">
                <a:solidFill>
                  <a:srgbClr val="183448"/>
                </a:solidFill>
                <a:latin typeface="Tahoma"/>
                <a:ea typeface="Tahoma"/>
                <a:cs typeface="Tahoma"/>
              </a:rPr>
              <a:t>7  จบงาน</a:t>
            </a:r>
          </a:p>
        </p:txBody>
      </p:sp>
      <p:sp>
        <p:nvSpPr>
          <p:cNvPr id="39" name="">
            <a:extLst xmlns:a="http://schemas.openxmlformats.org/drawingml/2006/main">
              <a:ext uri="{FF2B5EF4-FFF2-40B4-BE49-F238E27FC236}">
                <a16:creationId xmlns:a16="http://schemas.microsoft.com/office/drawing/2014/main" id="{B3843704-2806-45BA-A038-A90ED09D3732}"/>
              </a:ext>
            </a:extLst>
          </p:cNvPr>
          <p:cNvSpPr>
            <a:spLocks xmlns:a="http://schemas.openxmlformats.org/drawingml/2006/main" noGrp="1"/>
          </p:cNvSpPr>
          <p:nvPr/>
        </p:nvSpPr>
        <p:spPr>
          <a:xfrm xmlns:a="http://schemas.openxmlformats.org/drawingml/2006/main">
            <a:off x="9810750" y="5295900"/>
            <a:ext cx="157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กลับสู่โหมด bot</a:t>
            </a:r>
          </a:p>
        </p:txBody>
      </p:sp>
      <p:sp>
        <p:nvSpPr>
          <p:cNvPr id="40" name="">
            <a:extLst xmlns:a="http://schemas.openxmlformats.org/drawingml/2006/main">
              <a:ext uri="{FF2B5EF4-FFF2-40B4-BE49-F238E27FC236}">
                <a16:creationId xmlns:a16="http://schemas.microsoft.com/office/drawing/2014/main" id="{188EBA78-2FA7-49DA-9A84-744EA1782CE2}"/>
              </a:ext>
            </a:extLst>
          </p:cNvPr>
          <p:cNvSpPr>
            <a:spLocks xmlns:a="http://schemas.openxmlformats.org/drawingml/2006/main" noGrp="1"/>
          </p:cNvSpPr>
          <p:nvPr/>
        </p:nvSpPr>
        <p:spPr>
          <a:xfrm xmlns:a="http://schemas.openxmlformats.org/drawingml/2006/main">
            <a:off x="609600" y="61150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9"/>
                </a:solidFill>
                <a:latin typeface="Tahoma"/>
                <a:ea typeface="Tahoma"/>
                <a:cs typeface="Tahoma"/>
              </a:defRPr>
            </a:defPPr>
            <a:lvl1pPr>
              <a:defRPr sz="1425" b="0">
                <a:solidFill>
                  <a:srgbClr val="526B79"/>
                </a:solidFill>
                <a:latin typeface="Tahoma"/>
                <a:ea typeface="Tahoma"/>
                <a:cs typeface="Tahoma"/>
              </a:defRPr>
            </a:lvl1pPr>
            <a:lvl2pPr>
              <a:defRPr sz="1425" b="0">
                <a:solidFill>
                  <a:srgbClr val="526B79"/>
                </a:solidFill>
                <a:latin typeface="Tahoma"/>
                <a:ea typeface="Tahoma"/>
                <a:cs typeface="Tahoma"/>
              </a:defRPr>
            </a:lvl2pPr>
            <a:lvl3pPr>
              <a:defRPr sz="1425" b="0">
                <a:solidFill>
                  <a:srgbClr val="526B79"/>
                </a:solidFill>
                <a:latin typeface="Tahoma"/>
                <a:ea typeface="Tahoma"/>
                <a:cs typeface="Tahoma"/>
              </a:defRPr>
            </a:lvl3pPr>
            <a:lvl4pPr>
              <a:defRPr sz="1425" b="0">
                <a:solidFill>
                  <a:srgbClr val="526B79"/>
                </a:solidFill>
                <a:latin typeface="Tahoma"/>
                <a:ea typeface="Tahoma"/>
                <a:cs typeface="Tahoma"/>
              </a:defRPr>
            </a:lvl4pPr>
            <a:lvl5pPr>
              <a:defRPr sz="1425" b="0">
                <a:solidFill>
                  <a:srgbClr val="526B79"/>
                </a:solidFill>
                <a:latin typeface="Tahoma"/>
                <a:ea typeface="Tahoma"/>
                <a:cs typeface="Tahoma"/>
              </a:defRPr>
            </a:lvl5pPr>
            <a:lvl6pPr>
              <a:defRPr sz="1425" b="0">
                <a:solidFill>
                  <a:srgbClr val="526B79"/>
                </a:solidFill>
                <a:latin typeface="Tahoma"/>
                <a:ea typeface="Tahoma"/>
                <a:cs typeface="Tahoma"/>
              </a:defRPr>
            </a:lvl6pPr>
            <a:lvl7pPr>
              <a:defRPr sz="1425" b="0">
                <a:solidFill>
                  <a:srgbClr val="526B79"/>
                </a:solidFill>
                <a:latin typeface="Tahoma"/>
                <a:ea typeface="Tahoma"/>
                <a:cs typeface="Tahoma"/>
              </a:defRPr>
            </a:lvl7pPr>
            <a:lvl8pPr>
              <a:defRPr sz="1425" b="0">
                <a:solidFill>
                  <a:srgbClr val="526B79"/>
                </a:solidFill>
                <a:latin typeface="Tahoma"/>
                <a:ea typeface="Tahoma"/>
                <a:cs typeface="Tahoma"/>
              </a:defRPr>
            </a:lvl8pPr>
            <a:lvl9pPr>
              <a:defRPr sz="1425" b="0">
                <a:solidFill>
                  <a:srgbClr val="526B79"/>
                </a:solidFill>
                <a:latin typeface="Tahoma"/>
                <a:ea typeface="Tahoma"/>
                <a:cs typeface="Tahoma"/>
              </a:defRPr>
            </a:lvl9pPr>
          </a:lstStyle>
          <a:p xmlns:a="http://schemas.openxmlformats.org/drawingml/2006/main">
            <a:pPr>
              <a:defRPr sz="1425" b="0">
                <a:solidFill>
                  <a:srgbClr val="526B79"/>
                </a:solidFill>
                <a:latin typeface="Tahoma"/>
                <a:ea typeface="Tahoma"/>
                <a:cs typeface="Tahoma"/>
              </a:defRPr>
            </a:pPr>
            <a:r>
              <a:rPr sz="1425" b="0">
                <a:solidFill>
                  <a:srgbClr val="526B79"/>
                </a:solidFill>
                <a:latin typeface="Tahoma"/>
                <a:ea typeface="Tahoma"/>
                <a:cs typeface="Tahoma"/>
              </a:rPr>
              <a:t>ขั้น 4–7 เป็นเส้นทางเมื่อส่งต่อคน  •  LINE รองรับการเข้าคิวเมื่อระบบตอบไม่ได้ตามเงื่อนไข</a:t>
            </a:r>
          </a:p>
        </p:txBody>
      </p:sp>
    </p:spTree>
    <p:extLst>
      <p:ext uri="{BB962C8B-B14F-4D97-AF65-F5344CB8AC3E}">
        <p14:creationId xmlns:p14="http://schemas.microsoft.com/office/powerpoint/2010/main" val="4375381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B9F51C48-0187-4F8A-A2E3-1FA47E2BE32D}"/>
              </a:ext>
            </a:extLst>
          </p:cNvPr>
          <p:cNvSpPr>
            <a:spLocks xmlns:a="http://schemas.openxmlformats.org/drawingml/2006/main" noGrp="1"/>
          </p:cNvSpPr>
          <p:nvPr/>
        </p:nvSpPr>
        <p:spPr>
          <a:xfrm xmlns:a="http://schemas.openxmlformats.org/drawingml/2006/main">
            <a:off x="571500" y="23812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95"/>
                </a:solidFill>
                <a:latin typeface="Tahoma"/>
                <a:ea typeface="Tahoma"/>
                <a:cs typeface="Tahoma"/>
              </a:defRPr>
            </a:defPPr>
            <a:lvl1pPr>
              <a:defRPr sz="1200" b="1">
                <a:solidFill>
                  <a:srgbClr val="087E95"/>
                </a:solidFill>
                <a:latin typeface="Tahoma"/>
                <a:ea typeface="Tahoma"/>
                <a:cs typeface="Tahoma"/>
              </a:defRPr>
            </a:lvl1pPr>
            <a:lvl2pPr>
              <a:defRPr sz="1200" b="1">
                <a:solidFill>
                  <a:srgbClr val="087E95"/>
                </a:solidFill>
                <a:latin typeface="Tahoma"/>
                <a:ea typeface="Tahoma"/>
                <a:cs typeface="Tahoma"/>
              </a:defRPr>
            </a:lvl2pPr>
            <a:lvl3pPr>
              <a:defRPr sz="1200" b="1">
                <a:solidFill>
                  <a:srgbClr val="087E95"/>
                </a:solidFill>
                <a:latin typeface="Tahoma"/>
                <a:ea typeface="Tahoma"/>
                <a:cs typeface="Tahoma"/>
              </a:defRPr>
            </a:lvl3pPr>
            <a:lvl4pPr>
              <a:defRPr sz="1200" b="1">
                <a:solidFill>
                  <a:srgbClr val="087E95"/>
                </a:solidFill>
                <a:latin typeface="Tahoma"/>
                <a:ea typeface="Tahoma"/>
                <a:cs typeface="Tahoma"/>
              </a:defRPr>
            </a:lvl4pPr>
            <a:lvl5pPr>
              <a:defRPr sz="1200" b="1">
                <a:solidFill>
                  <a:srgbClr val="087E95"/>
                </a:solidFill>
                <a:latin typeface="Tahoma"/>
                <a:ea typeface="Tahoma"/>
                <a:cs typeface="Tahoma"/>
              </a:defRPr>
            </a:lvl5pPr>
            <a:lvl6pPr>
              <a:defRPr sz="1200" b="1">
                <a:solidFill>
                  <a:srgbClr val="087E95"/>
                </a:solidFill>
                <a:latin typeface="Tahoma"/>
                <a:ea typeface="Tahoma"/>
                <a:cs typeface="Tahoma"/>
              </a:defRPr>
            </a:lvl6pPr>
            <a:lvl7pPr>
              <a:defRPr sz="1200" b="1">
                <a:solidFill>
                  <a:srgbClr val="087E95"/>
                </a:solidFill>
                <a:latin typeface="Tahoma"/>
                <a:ea typeface="Tahoma"/>
                <a:cs typeface="Tahoma"/>
              </a:defRPr>
            </a:lvl7pPr>
            <a:lvl8pPr>
              <a:defRPr sz="1200" b="1">
                <a:solidFill>
                  <a:srgbClr val="087E95"/>
                </a:solidFill>
                <a:latin typeface="Tahoma"/>
                <a:ea typeface="Tahoma"/>
                <a:cs typeface="Tahoma"/>
              </a:defRPr>
            </a:lvl8pPr>
            <a:lvl9pPr>
              <a:defRPr sz="1200" b="1">
                <a:solidFill>
                  <a:srgbClr val="087E95"/>
                </a:solidFill>
                <a:latin typeface="Tahoma"/>
                <a:ea typeface="Tahoma"/>
                <a:cs typeface="Tahoma"/>
              </a:defRPr>
            </a:lvl9pPr>
          </a:lstStyle>
          <a:p xmlns:a="http://schemas.openxmlformats.org/drawingml/2006/main">
            <a:pPr>
              <a:defRPr sz="1200" b="1">
                <a:solidFill>
                  <a:srgbClr val="087E95"/>
                </a:solidFill>
                <a:latin typeface="Tahoma"/>
                <a:ea typeface="Tahoma"/>
                <a:cs typeface="Tahoma"/>
              </a:defRPr>
            </a:pPr>
            <a:r>
              <a:rPr sz="1200" b="1">
                <a:solidFill>
                  <a:srgbClr val="087E95"/>
                </a:solidFill>
                <a:latin typeface="Tahoma"/>
                <a:ea typeface="Tahoma"/>
                <a:cs typeface="Tahoma"/>
              </a:rPr>
              <a:t>SCOPEBOT  /  08  SYSTEM ARCHITECTURE</a:t>
            </a:r>
          </a:p>
        </p:txBody>
      </p:sp>
      <p:sp>
        <p:nvSpPr>
          <p:cNvPr id="2" name="">
            <a:extLst xmlns:a="http://schemas.openxmlformats.org/drawingml/2006/main">
              <a:ext uri="{FF2B5EF4-FFF2-40B4-BE49-F238E27FC236}">
                <a16:creationId xmlns:a16="http://schemas.microsoft.com/office/drawing/2014/main" id="{53CEF169-2ABE-416C-A926-C7915CA1772A}"/>
              </a:ext>
            </a:extLst>
          </p:cNvPr>
          <p:cNvSpPr>
            <a:spLocks xmlns:a="http://schemas.openxmlformats.org/drawingml/2006/main" noGrp="1"/>
          </p:cNvSpPr>
          <p:nvPr/>
        </p:nvSpPr>
        <p:spPr>
          <a:xfrm xmlns:a="http://schemas.openxmlformats.org/drawingml/2006/main">
            <a:off x="571500" y="68580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448"/>
                </a:solidFill>
                <a:latin typeface="Tahoma"/>
                <a:ea typeface="Tahoma"/>
                <a:cs typeface="Tahoma"/>
              </a:defRPr>
            </a:defPPr>
            <a:lvl1pPr>
              <a:defRPr sz="3150" b="1">
                <a:solidFill>
                  <a:srgbClr val="183448"/>
                </a:solidFill>
                <a:latin typeface="Tahoma"/>
                <a:ea typeface="Tahoma"/>
                <a:cs typeface="Tahoma"/>
              </a:defRPr>
            </a:lvl1pPr>
            <a:lvl2pPr>
              <a:defRPr sz="3150" b="1">
                <a:solidFill>
                  <a:srgbClr val="183448"/>
                </a:solidFill>
                <a:latin typeface="Tahoma"/>
                <a:ea typeface="Tahoma"/>
                <a:cs typeface="Tahoma"/>
              </a:defRPr>
            </a:lvl2pPr>
            <a:lvl3pPr>
              <a:defRPr sz="3150" b="1">
                <a:solidFill>
                  <a:srgbClr val="183448"/>
                </a:solidFill>
                <a:latin typeface="Tahoma"/>
                <a:ea typeface="Tahoma"/>
                <a:cs typeface="Tahoma"/>
              </a:defRPr>
            </a:lvl3pPr>
            <a:lvl4pPr>
              <a:defRPr sz="3150" b="1">
                <a:solidFill>
                  <a:srgbClr val="183448"/>
                </a:solidFill>
                <a:latin typeface="Tahoma"/>
                <a:ea typeface="Tahoma"/>
                <a:cs typeface="Tahoma"/>
              </a:defRPr>
            </a:lvl4pPr>
            <a:lvl5pPr>
              <a:defRPr sz="3150" b="1">
                <a:solidFill>
                  <a:srgbClr val="183448"/>
                </a:solidFill>
                <a:latin typeface="Tahoma"/>
                <a:ea typeface="Tahoma"/>
                <a:cs typeface="Tahoma"/>
              </a:defRPr>
            </a:lvl5pPr>
            <a:lvl6pPr>
              <a:defRPr sz="3150" b="1">
                <a:solidFill>
                  <a:srgbClr val="183448"/>
                </a:solidFill>
                <a:latin typeface="Tahoma"/>
                <a:ea typeface="Tahoma"/>
                <a:cs typeface="Tahoma"/>
              </a:defRPr>
            </a:lvl6pPr>
            <a:lvl7pPr>
              <a:defRPr sz="3150" b="1">
                <a:solidFill>
                  <a:srgbClr val="183448"/>
                </a:solidFill>
                <a:latin typeface="Tahoma"/>
                <a:ea typeface="Tahoma"/>
                <a:cs typeface="Tahoma"/>
              </a:defRPr>
            </a:lvl7pPr>
            <a:lvl8pPr>
              <a:defRPr sz="3150" b="1">
                <a:solidFill>
                  <a:srgbClr val="183448"/>
                </a:solidFill>
                <a:latin typeface="Tahoma"/>
                <a:ea typeface="Tahoma"/>
                <a:cs typeface="Tahoma"/>
              </a:defRPr>
            </a:lvl8pPr>
            <a:lvl9pPr>
              <a:defRPr sz="3150" b="1">
                <a:solidFill>
                  <a:srgbClr val="183448"/>
                </a:solidFill>
                <a:latin typeface="Tahoma"/>
                <a:ea typeface="Tahoma"/>
                <a:cs typeface="Tahoma"/>
              </a:defRPr>
            </a:lvl9pPr>
          </a:lstStyle>
          <a:p xmlns:a="http://schemas.openxmlformats.org/drawingml/2006/main">
            <a:pPr>
              <a:defRPr sz="3150" b="1">
                <a:solidFill>
                  <a:srgbClr val="183448"/>
                </a:solidFill>
                <a:latin typeface="Tahoma"/>
                <a:ea typeface="Tahoma"/>
                <a:cs typeface="Tahoma"/>
              </a:defRPr>
            </a:pPr>
            <a:r>
              <a:rPr sz="3150" b="1">
                <a:solidFill>
                  <a:srgbClr val="183448"/>
                </a:solidFill>
                <a:latin typeface="Tahoma"/>
                <a:ea typeface="Tahoma"/>
                <a:cs typeface="Tahoma"/>
              </a:rPr>
              <a:t>โครงสร้างระบบ</a:t>
            </a:r>
          </a:p>
        </p:txBody>
      </p:sp>
      <p:sp>
        <p:nvSpPr>
          <p:cNvPr id="3" name="">
            <a:extLst xmlns:a="http://schemas.openxmlformats.org/drawingml/2006/main">
              <a:ext uri="{FF2B5EF4-FFF2-40B4-BE49-F238E27FC236}">
                <a16:creationId xmlns:a16="http://schemas.microsoft.com/office/drawing/2014/main" id="{F1A2F060-2638-4555-B0C4-36C302E444F2}"/>
              </a:ext>
            </a:extLst>
          </p:cNvPr>
          <p:cNvSpPr>
            <a:spLocks xmlns:a="http://schemas.openxmlformats.org/drawingml/2006/main" noGrp="1"/>
          </p:cNvSpPr>
          <p:nvPr/>
        </p:nvSpPr>
        <p:spPr>
          <a:xfrm xmlns:a="http://schemas.openxmlformats.org/drawingml/2006/main">
            <a:off x="600075" y="1304925"/>
            <a:ext cx="11001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26B79"/>
                </a:solidFill>
                <a:latin typeface="Tahoma"/>
                <a:ea typeface="Tahoma"/>
                <a:cs typeface="Tahoma"/>
              </a:defRPr>
            </a:defPPr>
            <a:lvl1pPr>
              <a:defRPr sz="1575" b="0">
                <a:solidFill>
                  <a:srgbClr val="526B79"/>
                </a:solidFill>
                <a:latin typeface="Tahoma"/>
                <a:ea typeface="Tahoma"/>
                <a:cs typeface="Tahoma"/>
              </a:defRPr>
            </a:lvl1pPr>
            <a:lvl2pPr>
              <a:defRPr sz="1575" b="0">
                <a:solidFill>
                  <a:srgbClr val="526B79"/>
                </a:solidFill>
                <a:latin typeface="Tahoma"/>
                <a:ea typeface="Tahoma"/>
                <a:cs typeface="Tahoma"/>
              </a:defRPr>
            </a:lvl2pPr>
            <a:lvl3pPr>
              <a:defRPr sz="1575" b="0">
                <a:solidFill>
                  <a:srgbClr val="526B79"/>
                </a:solidFill>
                <a:latin typeface="Tahoma"/>
                <a:ea typeface="Tahoma"/>
                <a:cs typeface="Tahoma"/>
              </a:defRPr>
            </a:lvl3pPr>
            <a:lvl4pPr>
              <a:defRPr sz="1575" b="0">
                <a:solidFill>
                  <a:srgbClr val="526B79"/>
                </a:solidFill>
                <a:latin typeface="Tahoma"/>
                <a:ea typeface="Tahoma"/>
                <a:cs typeface="Tahoma"/>
              </a:defRPr>
            </a:lvl4pPr>
            <a:lvl5pPr>
              <a:defRPr sz="1575" b="0">
                <a:solidFill>
                  <a:srgbClr val="526B79"/>
                </a:solidFill>
                <a:latin typeface="Tahoma"/>
                <a:ea typeface="Tahoma"/>
                <a:cs typeface="Tahoma"/>
              </a:defRPr>
            </a:lvl5pPr>
            <a:lvl6pPr>
              <a:defRPr sz="1575" b="0">
                <a:solidFill>
                  <a:srgbClr val="526B79"/>
                </a:solidFill>
                <a:latin typeface="Tahoma"/>
                <a:ea typeface="Tahoma"/>
                <a:cs typeface="Tahoma"/>
              </a:defRPr>
            </a:lvl6pPr>
            <a:lvl7pPr>
              <a:defRPr sz="1575" b="0">
                <a:solidFill>
                  <a:srgbClr val="526B79"/>
                </a:solidFill>
                <a:latin typeface="Tahoma"/>
                <a:ea typeface="Tahoma"/>
                <a:cs typeface="Tahoma"/>
              </a:defRPr>
            </a:lvl7pPr>
            <a:lvl8pPr>
              <a:defRPr sz="1575" b="0">
                <a:solidFill>
                  <a:srgbClr val="526B79"/>
                </a:solidFill>
                <a:latin typeface="Tahoma"/>
                <a:ea typeface="Tahoma"/>
                <a:cs typeface="Tahoma"/>
              </a:defRPr>
            </a:lvl8pPr>
            <a:lvl9pPr>
              <a:defRPr sz="1575" b="0">
                <a:solidFill>
                  <a:srgbClr val="526B79"/>
                </a:solidFill>
                <a:latin typeface="Tahoma"/>
                <a:ea typeface="Tahoma"/>
                <a:cs typeface="Tahoma"/>
              </a:defRPr>
            </a:lvl9pPr>
          </a:lstStyle>
          <a:p xmlns:a="http://schemas.openxmlformats.org/drawingml/2006/main">
            <a:pPr>
              <a:defRPr sz="1575" b="0">
                <a:solidFill>
                  <a:srgbClr val="526B79"/>
                </a:solidFill>
                <a:latin typeface="Tahoma"/>
                <a:ea typeface="Tahoma"/>
                <a:cs typeface="Tahoma"/>
              </a:defRPr>
            </a:pPr>
            <a:r>
              <a:rPr sz="1575" b="0">
                <a:solidFill>
                  <a:srgbClr val="526B79"/>
                </a:solidFill>
                <a:latin typeface="Tahoma"/>
                <a:ea typeface="Tahoma"/>
                <a:cs typeface="Tahoma"/>
              </a:rPr>
              <a:t>FastAPI เชื่อมช่องทางใช้งาน ข้อมูลระบบ และกระบวนการ RAG</a:t>
            </a:r>
          </a:p>
        </p:txBody>
      </p:sp>
      <p:sp>
        <p:nvSpPr>
          <p:cNvPr id="4" name="">
            <a:extLst xmlns:a="http://schemas.openxmlformats.org/drawingml/2006/main">
              <a:ext uri="{FF2B5EF4-FFF2-40B4-BE49-F238E27FC236}">
                <a16:creationId xmlns:a16="http://schemas.microsoft.com/office/drawing/2014/main" id="{F5F674B6-3D39-4D24-82CE-5020399B985B}"/>
              </a:ext>
            </a:extLst>
          </p:cNvPr>
          <p:cNvSpPr>
            <a:spLocks xmlns:a="http://schemas.openxmlformats.org/drawingml/2006/main" noGrp="1"/>
          </p:cNvSpPr>
          <p:nvPr/>
        </p:nvSpPr>
        <p:spPr>
          <a:xfrm xmlns:a="http://schemas.openxmlformats.org/drawingml/2006/main">
            <a:off x="2524125" y="2647950"/>
            <a:ext cx="476250" cy="19050"/>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605E7C-A064-4C0D-B875-DEAE7891B094}"/>
              </a:ext>
            </a:extLst>
          </p:cNvPr>
          <p:cNvSpPr>
            <a:spLocks xmlns:a="http://schemas.openxmlformats.org/drawingml/2006/main" noGrp="1"/>
          </p:cNvSpPr>
          <p:nvPr/>
        </p:nvSpPr>
        <p:spPr>
          <a:xfrm xmlns:a="http://schemas.openxmlformats.org/drawingml/2006/main">
            <a:off x="3000375" y="2647950"/>
            <a:ext cx="19050" cy="933450"/>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F9B5B3-EF6E-4C08-B970-26505CBF2D67}"/>
              </a:ext>
            </a:extLst>
          </p:cNvPr>
          <p:cNvSpPr>
            <a:spLocks xmlns:a="http://schemas.openxmlformats.org/drawingml/2006/main" noGrp="1"/>
          </p:cNvSpPr>
          <p:nvPr/>
        </p:nvSpPr>
        <p:spPr>
          <a:xfrm xmlns:a="http://schemas.openxmlformats.org/drawingml/2006/main">
            <a:off x="2524125" y="3914775"/>
            <a:ext cx="476250" cy="19050"/>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11CC382-761D-4A2F-B651-17A00E676402}"/>
              </a:ext>
            </a:extLst>
          </p:cNvPr>
          <p:cNvSpPr>
            <a:spLocks xmlns:a="http://schemas.openxmlformats.org/drawingml/2006/main" noGrp="1"/>
          </p:cNvSpPr>
          <p:nvPr/>
        </p:nvSpPr>
        <p:spPr>
          <a:xfrm xmlns:a="http://schemas.openxmlformats.org/drawingml/2006/main">
            <a:off x="3000375" y="3581400"/>
            <a:ext cx="19050" cy="333375"/>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865AC1-3318-4A8F-8186-273F0DDC1A87}"/>
              </a:ext>
            </a:extLst>
          </p:cNvPr>
          <p:cNvSpPr>
            <a:spLocks xmlns:a="http://schemas.openxmlformats.org/drawingml/2006/main" noGrp="1"/>
          </p:cNvSpPr>
          <p:nvPr/>
        </p:nvSpPr>
        <p:spPr>
          <a:xfrm xmlns:a="http://schemas.openxmlformats.org/drawingml/2006/main">
            <a:off x="3000375" y="3514725"/>
            <a:ext cx="381000" cy="133350"/>
          </a:xfrm>
          <a:prstGeom xmlns:a="http://schemas.openxmlformats.org/drawingml/2006/main" prst="rightArrow">
            <a:avLst/>
          </a:prstGeom>
          <a:solidFill xmlns:a="http://schemas.openxmlformats.org/drawingml/2006/main">
            <a:srgbClr val="74AAB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9237FB0-1572-4250-A8EE-AB635E099E0E}"/>
              </a:ext>
            </a:extLst>
          </p:cNvPr>
          <p:cNvSpPr>
            <a:spLocks xmlns:a="http://schemas.openxmlformats.org/drawingml/2006/main" noGrp="1"/>
          </p:cNvSpPr>
          <p:nvPr/>
        </p:nvSpPr>
        <p:spPr>
          <a:xfrm xmlns:a="http://schemas.openxmlformats.org/drawingml/2006/main">
            <a:off x="5762625" y="3514725"/>
            <a:ext cx="523875" cy="133350"/>
          </a:xfrm>
          <a:prstGeom xmlns:a="http://schemas.openxmlformats.org/drawingml/2006/main" prst="rightArrow">
            <a:avLst/>
          </a:prstGeom>
          <a:solidFill xmlns:a="http://schemas.openxmlformats.org/drawingml/2006/main">
            <a:srgbClr val="74AA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36B6932-8954-48C6-98A4-2137A07B97B1}"/>
              </a:ext>
            </a:extLst>
          </p:cNvPr>
          <p:cNvSpPr>
            <a:spLocks xmlns:a="http://schemas.openxmlformats.org/drawingml/2006/main" noGrp="1"/>
          </p:cNvSpPr>
          <p:nvPr/>
        </p:nvSpPr>
        <p:spPr>
          <a:xfrm xmlns:a="http://schemas.openxmlformats.org/drawingml/2006/main">
            <a:off x="8429625" y="2914650"/>
            <a:ext cx="619125" cy="133350"/>
          </a:xfrm>
          <a:prstGeom xmlns:a="http://schemas.openxmlformats.org/drawingml/2006/main" prst="rightArrow">
            <a:avLst/>
          </a:prstGeom>
          <a:solidFill xmlns:a="http://schemas.openxmlformats.org/drawingml/2006/main">
            <a:srgbClr val="74AAB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C2EF29-6984-462E-9406-847B3A41BD83}"/>
              </a:ext>
            </a:extLst>
          </p:cNvPr>
          <p:cNvSpPr>
            <a:spLocks xmlns:a="http://schemas.openxmlformats.org/drawingml/2006/main" noGrp="1"/>
          </p:cNvSpPr>
          <p:nvPr/>
        </p:nvSpPr>
        <p:spPr>
          <a:xfrm xmlns:a="http://schemas.openxmlformats.org/drawingml/2006/main">
            <a:off x="8429625" y="3276600"/>
            <a:ext cx="333375" cy="19050"/>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A17070-06DE-4740-9B35-93469FA9CFF8}"/>
              </a:ext>
            </a:extLst>
          </p:cNvPr>
          <p:cNvSpPr>
            <a:spLocks xmlns:a="http://schemas.openxmlformats.org/drawingml/2006/main" noGrp="1"/>
          </p:cNvSpPr>
          <p:nvPr/>
        </p:nvSpPr>
        <p:spPr>
          <a:xfrm xmlns:a="http://schemas.openxmlformats.org/drawingml/2006/main">
            <a:off x="8763000" y="3276600"/>
            <a:ext cx="19050" cy="1133475"/>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7F936B-CAB5-415A-8F59-BCC8992A66AB}"/>
              </a:ext>
            </a:extLst>
          </p:cNvPr>
          <p:cNvSpPr>
            <a:spLocks xmlns:a="http://schemas.openxmlformats.org/drawingml/2006/main" noGrp="1"/>
          </p:cNvSpPr>
          <p:nvPr/>
        </p:nvSpPr>
        <p:spPr>
          <a:xfrm xmlns:a="http://schemas.openxmlformats.org/drawingml/2006/main">
            <a:off x="8763000" y="4343400"/>
            <a:ext cx="285750" cy="133350"/>
          </a:xfrm>
          <a:prstGeom xmlns:a="http://schemas.openxmlformats.org/drawingml/2006/main" prst="rightArrow">
            <a:avLst/>
          </a:prstGeom>
          <a:solidFill xmlns:a="http://schemas.openxmlformats.org/drawingml/2006/main">
            <a:srgbClr val="74AAB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95E257-10ED-4BB2-9E8F-4E44EA483F0A}"/>
              </a:ext>
            </a:extLst>
          </p:cNvPr>
          <p:cNvSpPr>
            <a:spLocks xmlns:a="http://schemas.openxmlformats.org/drawingml/2006/main" noGrp="1"/>
          </p:cNvSpPr>
          <p:nvPr/>
        </p:nvSpPr>
        <p:spPr>
          <a:xfrm xmlns:a="http://schemas.openxmlformats.org/drawingml/2006/main">
            <a:off x="4505325" y="4095750"/>
            <a:ext cx="133350" cy="809625"/>
          </a:xfrm>
          <a:prstGeom xmlns:a="http://schemas.openxmlformats.org/drawingml/2006/main" prst="downArrow">
            <a:avLst/>
          </a:prstGeom>
          <a:solidFill xmlns:a="http://schemas.openxmlformats.org/drawingml/2006/main">
            <a:srgbClr val="74AAB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AB94B00-1421-4434-953E-6B35316B83D1}"/>
              </a:ext>
            </a:extLst>
          </p:cNvPr>
          <p:cNvSpPr>
            <a:spLocks xmlns:a="http://schemas.openxmlformats.org/drawingml/2006/main" noGrp="1"/>
          </p:cNvSpPr>
          <p:nvPr/>
        </p:nvSpPr>
        <p:spPr>
          <a:xfrm xmlns:a="http://schemas.openxmlformats.org/drawingml/2006/main">
            <a:off x="5667375" y="4095750"/>
            <a:ext cx="19050" cy="438150"/>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A43A527-99B1-412C-B491-7FEC32098679}"/>
              </a:ext>
            </a:extLst>
          </p:cNvPr>
          <p:cNvSpPr>
            <a:spLocks xmlns:a="http://schemas.openxmlformats.org/drawingml/2006/main" noGrp="1"/>
          </p:cNvSpPr>
          <p:nvPr/>
        </p:nvSpPr>
        <p:spPr>
          <a:xfrm xmlns:a="http://schemas.openxmlformats.org/drawingml/2006/main">
            <a:off x="5667375" y="4533900"/>
            <a:ext cx="1666875" cy="19050"/>
          </a:xfrm>
          <a:prstGeom xmlns:a="http://schemas.openxmlformats.org/drawingml/2006/main" prst="rect">
            <a:avLst/>
          </a:prstGeom>
          <a:solidFill xmlns:a="http://schemas.openxmlformats.org/drawingml/2006/main">
            <a:srgbClr val="74AAB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417FCC4-6771-439C-902D-82E0AD62A285}"/>
              </a:ext>
            </a:extLst>
          </p:cNvPr>
          <p:cNvSpPr>
            <a:spLocks xmlns:a="http://schemas.openxmlformats.org/drawingml/2006/main" noGrp="1"/>
          </p:cNvSpPr>
          <p:nvPr/>
        </p:nvSpPr>
        <p:spPr>
          <a:xfrm xmlns:a="http://schemas.openxmlformats.org/drawingml/2006/main">
            <a:off x="7267575" y="4533900"/>
            <a:ext cx="133350" cy="371475"/>
          </a:xfrm>
          <a:prstGeom xmlns:a="http://schemas.openxmlformats.org/drawingml/2006/main" prst="downArrow">
            <a:avLst/>
          </a:prstGeom>
          <a:solidFill xmlns:a="http://schemas.openxmlformats.org/drawingml/2006/main">
            <a:srgbClr val="74AAB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AAD562F-6517-4C9F-8E82-9B6319048A60}"/>
              </a:ext>
            </a:extLst>
          </p:cNvPr>
          <p:cNvSpPr>
            <a:spLocks xmlns:a="http://schemas.openxmlformats.org/drawingml/2006/main" noGrp="1"/>
          </p:cNvSpPr>
          <p:nvPr/>
        </p:nvSpPr>
        <p:spPr>
          <a:xfrm xmlns:a="http://schemas.openxmlformats.org/drawingml/2006/main">
            <a:off x="571500" y="2190750"/>
            <a:ext cx="1952625" cy="952500"/>
          </a:xfrm>
          <a:prstGeom xmlns:a="http://schemas.openxmlformats.org/drawingml/2006/main" prst="roundRect">
            <a:avLst>
              <a:gd name="adj" fmla="val 8000"/>
            </a:avLst>
          </a:prstGeom>
          <a:solidFill xmlns:a="http://schemas.openxmlformats.org/drawingml/2006/main">
            <a:srgbClr val="EFF7FD"/>
          </a:solidFill>
          <a:ln xmlns:a="http://schemas.openxmlformats.org/drawingml/2006/main" w="11430">
            <a:solidFill>
              <a:srgbClr val="C3DDE4"/>
            </a:solidFill>
          </a:ln>
        </p:spPr>
      </p:sp>
      <p:sp>
        <p:nvSpPr>
          <p:cNvPr id="19" name="">
            <a:extLst xmlns:a="http://schemas.openxmlformats.org/drawingml/2006/main">
              <a:ext uri="{FF2B5EF4-FFF2-40B4-BE49-F238E27FC236}">
                <a16:creationId xmlns:a16="http://schemas.microsoft.com/office/drawing/2014/main" id="{DED8DCAE-9868-45E0-9B42-CA9EC9ECDAA2}"/>
              </a:ext>
            </a:extLst>
          </p:cNvPr>
          <p:cNvSpPr>
            <a:spLocks xmlns:a="http://schemas.openxmlformats.org/drawingml/2006/main" noGrp="1"/>
          </p:cNvSpPr>
          <p:nvPr/>
        </p:nvSpPr>
        <p:spPr>
          <a:xfrm xmlns:a="http://schemas.openxmlformats.org/drawingml/2006/main">
            <a:off x="666750" y="2286000"/>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Web</a:t>
            </a:r>
          </a:p>
        </p:txBody>
      </p:sp>
      <p:sp>
        <p:nvSpPr>
          <p:cNvPr id="20" name="">
            <a:extLst xmlns:a="http://schemas.openxmlformats.org/drawingml/2006/main">
              <a:ext uri="{FF2B5EF4-FFF2-40B4-BE49-F238E27FC236}">
                <a16:creationId xmlns:a16="http://schemas.microsoft.com/office/drawing/2014/main" id="{A3BBC5E0-B631-4369-9273-DF39550B19A2}"/>
              </a:ext>
            </a:extLst>
          </p:cNvPr>
          <p:cNvSpPr>
            <a:spLocks xmlns:a="http://schemas.openxmlformats.org/drawingml/2006/main" noGrp="1"/>
          </p:cNvSpPr>
          <p:nvPr/>
        </p:nvSpPr>
        <p:spPr>
          <a:xfrm xmlns:a="http://schemas.openxmlformats.org/drawingml/2006/main">
            <a:off x="666750" y="2657475"/>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React / TypeScript</a:t>
            </a:r>
          </a:p>
        </p:txBody>
      </p:sp>
      <p:sp>
        <p:nvSpPr>
          <p:cNvPr id="21" name="">
            <a:extLst xmlns:a="http://schemas.openxmlformats.org/drawingml/2006/main">
              <a:ext uri="{FF2B5EF4-FFF2-40B4-BE49-F238E27FC236}">
                <a16:creationId xmlns:a16="http://schemas.microsoft.com/office/drawing/2014/main" id="{CE3C9500-1924-4425-9112-A49D7920E7F5}"/>
              </a:ext>
            </a:extLst>
          </p:cNvPr>
          <p:cNvSpPr>
            <a:spLocks xmlns:a="http://schemas.openxmlformats.org/drawingml/2006/main" noGrp="1"/>
          </p:cNvSpPr>
          <p:nvPr/>
        </p:nvSpPr>
        <p:spPr>
          <a:xfrm xmlns:a="http://schemas.openxmlformats.org/drawingml/2006/main">
            <a:off x="571500" y="3457575"/>
            <a:ext cx="1952625" cy="952500"/>
          </a:xfrm>
          <a:prstGeom xmlns:a="http://schemas.openxmlformats.org/drawingml/2006/main" prst="roundRect">
            <a:avLst>
              <a:gd name="adj" fmla="val 8000"/>
            </a:avLst>
          </a:prstGeom>
          <a:solidFill xmlns:a="http://schemas.openxmlformats.org/drawingml/2006/main">
            <a:srgbClr val="EFF9F7"/>
          </a:solidFill>
          <a:ln xmlns:a="http://schemas.openxmlformats.org/drawingml/2006/main" w="11430">
            <a:solidFill>
              <a:srgbClr val="C3DDE4"/>
            </a:solidFill>
          </a:ln>
        </p:spPr>
      </p:sp>
      <p:sp>
        <p:nvSpPr>
          <p:cNvPr id="22" name="">
            <a:extLst xmlns:a="http://schemas.openxmlformats.org/drawingml/2006/main">
              <a:ext uri="{FF2B5EF4-FFF2-40B4-BE49-F238E27FC236}">
                <a16:creationId xmlns:a16="http://schemas.microsoft.com/office/drawing/2014/main" id="{607B5DE5-EF59-48ED-9A6B-C2C6B86F913A}"/>
              </a:ext>
            </a:extLst>
          </p:cNvPr>
          <p:cNvSpPr>
            <a:spLocks xmlns:a="http://schemas.openxmlformats.org/drawingml/2006/main" noGrp="1"/>
          </p:cNvSpPr>
          <p:nvPr/>
        </p:nvSpPr>
        <p:spPr>
          <a:xfrm xmlns:a="http://schemas.openxmlformats.org/drawingml/2006/main">
            <a:off x="666750" y="3552825"/>
            <a:ext cx="1762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LINE OA</a:t>
            </a:r>
          </a:p>
        </p:txBody>
      </p:sp>
      <p:sp>
        <p:nvSpPr>
          <p:cNvPr id="23" name="">
            <a:extLst xmlns:a="http://schemas.openxmlformats.org/drawingml/2006/main">
              <a:ext uri="{FF2B5EF4-FFF2-40B4-BE49-F238E27FC236}">
                <a16:creationId xmlns:a16="http://schemas.microsoft.com/office/drawing/2014/main" id="{B5866108-1B10-40AF-B9AA-0BA518B7A09D}"/>
              </a:ext>
            </a:extLst>
          </p:cNvPr>
          <p:cNvSpPr>
            <a:spLocks xmlns:a="http://schemas.openxmlformats.org/drawingml/2006/main" noGrp="1"/>
          </p:cNvSpPr>
          <p:nvPr/>
        </p:nvSpPr>
        <p:spPr>
          <a:xfrm xmlns:a="http://schemas.openxmlformats.org/drawingml/2006/main">
            <a:off x="666750" y="3924300"/>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Messaging API</a:t>
            </a:r>
          </a:p>
        </p:txBody>
      </p:sp>
      <p:sp>
        <p:nvSpPr>
          <p:cNvPr id="24" name="">
            <a:extLst xmlns:a="http://schemas.openxmlformats.org/drawingml/2006/main">
              <a:ext uri="{FF2B5EF4-FFF2-40B4-BE49-F238E27FC236}">
                <a16:creationId xmlns:a16="http://schemas.microsoft.com/office/drawing/2014/main" id="{E53BAD4C-BD88-4512-A865-5021F37721CF}"/>
              </a:ext>
            </a:extLst>
          </p:cNvPr>
          <p:cNvSpPr>
            <a:spLocks xmlns:a="http://schemas.openxmlformats.org/drawingml/2006/main" noGrp="1"/>
          </p:cNvSpPr>
          <p:nvPr/>
        </p:nvSpPr>
        <p:spPr>
          <a:xfrm xmlns:a="http://schemas.openxmlformats.org/drawingml/2006/main">
            <a:off x="3381375" y="2914650"/>
            <a:ext cx="2381250" cy="1181100"/>
          </a:xfrm>
          <a:prstGeom xmlns:a="http://schemas.openxmlformats.org/drawingml/2006/main" prst="roundRect">
            <a:avLst>
              <a:gd name="adj" fmla="val 6452"/>
            </a:avLst>
          </a:prstGeom>
          <a:solidFill xmlns:a="http://schemas.openxmlformats.org/drawingml/2006/main">
            <a:srgbClr val="E7F4FA"/>
          </a:solidFill>
          <a:ln xmlns:a="http://schemas.openxmlformats.org/drawingml/2006/main" w="11430">
            <a:solidFill>
              <a:srgbClr val="C3DDE4"/>
            </a:solidFill>
          </a:ln>
        </p:spPr>
      </p:sp>
      <p:sp>
        <p:nvSpPr>
          <p:cNvPr id="25" name="">
            <a:extLst xmlns:a="http://schemas.openxmlformats.org/drawingml/2006/main">
              <a:ext uri="{FF2B5EF4-FFF2-40B4-BE49-F238E27FC236}">
                <a16:creationId xmlns:a16="http://schemas.microsoft.com/office/drawing/2014/main" id="{B7748502-F3F6-4D50-A52A-A70327F74FB7}"/>
              </a:ext>
            </a:extLst>
          </p:cNvPr>
          <p:cNvSpPr>
            <a:spLocks xmlns:a="http://schemas.openxmlformats.org/drawingml/2006/main" noGrp="1"/>
          </p:cNvSpPr>
          <p:nvPr/>
        </p:nvSpPr>
        <p:spPr>
          <a:xfrm xmlns:a="http://schemas.openxmlformats.org/drawingml/2006/main">
            <a:off x="3476625" y="30099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83448"/>
                </a:solidFill>
                <a:latin typeface="Tahoma"/>
                <a:ea typeface="Tahoma"/>
                <a:cs typeface="Tahoma"/>
              </a:defRPr>
            </a:defPPr>
            <a:lvl1pPr>
              <a:defRPr sz="2100" b="1">
                <a:solidFill>
                  <a:srgbClr val="183448"/>
                </a:solidFill>
                <a:latin typeface="Tahoma"/>
                <a:ea typeface="Tahoma"/>
                <a:cs typeface="Tahoma"/>
              </a:defRPr>
            </a:lvl1pPr>
            <a:lvl2pPr>
              <a:defRPr sz="2100" b="1">
                <a:solidFill>
                  <a:srgbClr val="183448"/>
                </a:solidFill>
                <a:latin typeface="Tahoma"/>
                <a:ea typeface="Tahoma"/>
                <a:cs typeface="Tahoma"/>
              </a:defRPr>
            </a:lvl2pPr>
            <a:lvl3pPr>
              <a:defRPr sz="2100" b="1">
                <a:solidFill>
                  <a:srgbClr val="183448"/>
                </a:solidFill>
                <a:latin typeface="Tahoma"/>
                <a:ea typeface="Tahoma"/>
                <a:cs typeface="Tahoma"/>
              </a:defRPr>
            </a:lvl3pPr>
            <a:lvl4pPr>
              <a:defRPr sz="2100" b="1">
                <a:solidFill>
                  <a:srgbClr val="183448"/>
                </a:solidFill>
                <a:latin typeface="Tahoma"/>
                <a:ea typeface="Tahoma"/>
                <a:cs typeface="Tahoma"/>
              </a:defRPr>
            </a:lvl4pPr>
            <a:lvl5pPr>
              <a:defRPr sz="2100" b="1">
                <a:solidFill>
                  <a:srgbClr val="183448"/>
                </a:solidFill>
                <a:latin typeface="Tahoma"/>
                <a:ea typeface="Tahoma"/>
                <a:cs typeface="Tahoma"/>
              </a:defRPr>
            </a:lvl5pPr>
            <a:lvl6pPr>
              <a:defRPr sz="2100" b="1">
                <a:solidFill>
                  <a:srgbClr val="183448"/>
                </a:solidFill>
                <a:latin typeface="Tahoma"/>
                <a:ea typeface="Tahoma"/>
                <a:cs typeface="Tahoma"/>
              </a:defRPr>
            </a:lvl6pPr>
            <a:lvl7pPr>
              <a:defRPr sz="2100" b="1">
                <a:solidFill>
                  <a:srgbClr val="183448"/>
                </a:solidFill>
                <a:latin typeface="Tahoma"/>
                <a:ea typeface="Tahoma"/>
                <a:cs typeface="Tahoma"/>
              </a:defRPr>
            </a:lvl7pPr>
            <a:lvl8pPr>
              <a:defRPr sz="2100" b="1">
                <a:solidFill>
                  <a:srgbClr val="183448"/>
                </a:solidFill>
                <a:latin typeface="Tahoma"/>
                <a:ea typeface="Tahoma"/>
                <a:cs typeface="Tahoma"/>
              </a:defRPr>
            </a:lvl8pPr>
            <a:lvl9pPr>
              <a:defRPr sz="2100" b="1">
                <a:solidFill>
                  <a:srgbClr val="183448"/>
                </a:solidFill>
                <a:latin typeface="Tahoma"/>
                <a:ea typeface="Tahoma"/>
                <a:cs typeface="Tahoma"/>
              </a:defRPr>
            </a:lvl9pPr>
          </a:lstStyle>
          <a:p xmlns:a="http://schemas.openxmlformats.org/drawingml/2006/main">
            <a:pPr>
              <a:defRPr sz="2100" b="1">
                <a:solidFill>
                  <a:srgbClr val="183448"/>
                </a:solidFill>
                <a:latin typeface="Tahoma"/>
                <a:ea typeface="Tahoma"/>
                <a:cs typeface="Tahoma"/>
              </a:defRPr>
            </a:pPr>
            <a:r>
              <a:rPr sz="2100" b="1">
                <a:solidFill>
                  <a:srgbClr val="183448"/>
                </a:solidFill>
                <a:latin typeface="Tahoma"/>
                <a:ea typeface="Tahoma"/>
                <a:cs typeface="Tahoma"/>
              </a:rPr>
              <a:t>FastAPI</a:t>
            </a:r>
          </a:p>
        </p:txBody>
      </p:sp>
      <p:sp>
        <p:nvSpPr>
          <p:cNvPr id="26" name="">
            <a:extLst xmlns:a="http://schemas.openxmlformats.org/drawingml/2006/main">
              <a:ext uri="{FF2B5EF4-FFF2-40B4-BE49-F238E27FC236}">
                <a16:creationId xmlns:a16="http://schemas.microsoft.com/office/drawing/2014/main" id="{E1BCC7E5-1AA2-4EEE-8033-3DC5FFF96D22}"/>
              </a:ext>
            </a:extLst>
          </p:cNvPr>
          <p:cNvSpPr>
            <a:spLocks xmlns:a="http://schemas.openxmlformats.org/drawingml/2006/main" noGrp="1"/>
          </p:cNvSpPr>
          <p:nvPr/>
        </p:nvSpPr>
        <p:spPr>
          <a:xfrm xmlns:a="http://schemas.openxmlformats.org/drawingml/2006/main">
            <a:off x="3476625" y="3381375"/>
            <a:ext cx="2190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ตรวจตัวตนและสิทธิ์</a:t>
            </a:r>
          </a:p>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จัดการบอท / แชท / เอกสาร</a:t>
            </a:r>
          </a:p>
        </p:txBody>
      </p:sp>
      <p:sp>
        <p:nvSpPr>
          <p:cNvPr id="27" name="">
            <a:extLst xmlns:a="http://schemas.openxmlformats.org/drawingml/2006/main">
              <a:ext uri="{FF2B5EF4-FFF2-40B4-BE49-F238E27FC236}">
                <a16:creationId xmlns:a16="http://schemas.microsoft.com/office/drawing/2014/main" id="{E20E9003-D633-4F78-A641-E1B3A165F03C}"/>
              </a:ext>
            </a:extLst>
          </p:cNvPr>
          <p:cNvSpPr>
            <a:spLocks xmlns:a="http://schemas.openxmlformats.org/drawingml/2006/main" noGrp="1"/>
          </p:cNvSpPr>
          <p:nvPr/>
        </p:nvSpPr>
        <p:spPr>
          <a:xfrm xmlns:a="http://schemas.openxmlformats.org/drawingml/2006/main">
            <a:off x="6286500" y="2476500"/>
            <a:ext cx="2143125" cy="1524000"/>
          </a:xfrm>
          <a:prstGeom xmlns:a="http://schemas.openxmlformats.org/drawingml/2006/main" prst="roundRect">
            <a:avLst>
              <a:gd name="adj" fmla="val 5000"/>
            </a:avLst>
          </a:prstGeom>
          <a:solidFill xmlns:a="http://schemas.openxmlformats.org/drawingml/2006/main">
            <a:srgbClr val="E9F7F2"/>
          </a:solidFill>
          <a:ln xmlns:a="http://schemas.openxmlformats.org/drawingml/2006/main" w="11430">
            <a:solidFill>
              <a:srgbClr val="C3DDE4"/>
            </a:solidFill>
          </a:ln>
        </p:spPr>
      </p:sp>
      <p:sp>
        <p:nvSpPr>
          <p:cNvPr id="28" name="">
            <a:extLst xmlns:a="http://schemas.openxmlformats.org/drawingml/2006/main">
              <a:ext uri="{FF2B5EF4-FFF2-40B4-BE49-F238E27FC236}">
                <a16:creationId xmlns:a16="http://schemas.microsoft.com/office/drawing/2014/main" id="{D8F58850-53EF-455A-B10B-92236B07D97A}"/>
              </a:ext>
            </a:extLst>
          </p:cNvPr>
          <p:cNvSpPr>
            <a:spLocks xmlns:a="http://schemas.openxmlformats.org/drawingml/2006/main" noGrp="1"/>
          </p:cNvSpPr>
          <p:nvPr/>
        </p:nvSpPr>
        <p:spPr>
          <a:xfrm xmlns:a="http://schemas.openxmlformats.org/drawingml/2006/main">
            <a:off x="6381750" y="2571750"/>
            <a:ext cx="1952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8"/>
                </a:solidFill>
                <a:latin typeface="Tahoma"/>
                <a:ea typeface="Tahoma"/>
                <a:cs typeface="Tahoma"/>
              </a:defRPr>
            </a:defPPr>
            <a:lvl1pPr>
              <a:defRPr sz="1875" b="1">
                <a:solidFill>
                  <a:srgbClr val="183448"/>
                </a:solidFill>
                <a:latin typeface="Tahoma"/>
                <a:ea typeface="Tahoma"/>
                <a:cs typeface="Tahoma"/>
              </a:defRPr>
            </a:lvl1pPr>
            <a:lvl2pPr>
              <a:defRPr sz="1875" b="1">
                <a:solidFill>
                  <a:srgbClr val="183448"/>
                </a:solidFill>
                <a:latin typeface="Tahoma"/>
                <a:ea typeface="Tahoma"/>
                <a:cs typeface="Tahoma"/>
              </a:defRPr>
            </a:lvl2pPr>
            <a:lvl3pPr>
              <a:defRPr sz="1875" b="1">
                <a:solidFill>
                  <a:srgbClr val="183448"/>
                </a:solidFill>
                <a:latin typeface="Tahoma"/>
                <a:ea typeface="Tahoma"/>
                <a:cs typeface="Tahoma"/>
              </a:defRPr>
            </a:lvl3pPr>
            <a:lvl4pPr>
              <a:defRPr sz="1875" b="1">
                <a:solidFill>
                  <a:srgbClr val="183448"/>
                </a:solidFill>
                <a:latin typeface="Tahoma"/>
                <a:ea typeface="Tahoma"/>
                <a:cs typeface="Tahoma"/>
              </a:defRPr>
            </a:lvl4pPr>
            <a:lvl5pPr>
              <a:defRPr sz="1875" b="1">
                <a:solidFill>
                  <a:srgbClr val="183448"/>
                </a:solidFill>
                <a:latin typeface="Tahoma"/>
                <a:ea typeface="Tahoma"/>
                <a:cs typeface="Tahoma"/>
              </a:defRPr>
            </a:lvl5pPr>
            <a:lvl6pPr>
              <a:defRPr sz="1875" b="1">
                <a:solidFill>
                  <a:srgbClr val="183448"/>
                </a:solidFill>
                <a:latin typeface="Tahoma"/>
                <a:ea typeface="Tahoma"/>
                <a:cs typeface="Tahoma"/>
              </a:defRPr>
            </a:lvl6pPr>
            <a:lvl7pPr>
              <a:defRPr sz="1875" b="1">
                <a:solidFill>
                  <a:srgbClr val="183448"/>
                </a:solidFill>
                <a:latin typeface="Tahoma"/>
                <a:ea typeface="Tahoma"/>
                <a:cs typeface="Tahoma"/>
              </a:defRPr>
            </a:lvl7pPr>
            <a:lvl8pPr>
              <a:defRPr sz="1875" b="1">
                <a:solidFill>
                  <a:srgbClr val="183448"/>
                </a:solidFill>
                <a:latin typeface="Tahoma"/>
                <a:ea typeface="Tahoma"/>
                <a:cs typeface="Tahoma"/>
              </a:defRPr>
            </a:lvl8pPr>
            <a:lvl9pPr>
              <a:defRPr sz="1875" b="1">
                <a:solidFill>
                  <a:srgbClr val="183448"/>
                </a:solidFill>
                <a:latin typeface="Tahoma"/>
                <a:ea typeface="Tahoma"/>
                <a:cs typeface="Tahoma"/>
              </a:defRPr>
            </a:lvl9pPr>
          </a:lstStyle>
          <a:p xmlns:a="http://schemas.openxmlformats.org/drawingml/2006/main">
            <a:pPr>
              <a:defRPr sz="1875" b="1">
                <a:solidFill>
                  <a:srgbClr val="183448"/>
                </a:solidFill>
                <a:latin typeface="Tahoma"/>
                <a:ea typeface="Tahoma"/>
                <a:cs typeface="Tahoma"/>
              </a:defRPr>
            </a:pPr>
            <a:r>
              <a:rPr sz="1875" b="1">
                <a:solidFill>
                  <a:srgbClr val="183448"/>
                </a:solidFill>
                <a:latin typeface="Tahoma"/>
                <a:ea typeface="Tahoma"/>
                <a:cs typeface="Tahoma"/>
              </a:rPr>
              <a:t>RAG Pipeline</a:t>
            </a:r>
          </a:p>
        </p:txBody>
      </p:sp>
      <p:sp>
        <p:nvSpPr>
          <p:cNvPr id="29" name="">
            <a:extLst xmlns:a="http://schemas.openxmlformats.org/drawingml/2006/main">
              <a:ext uri="{FF2B5EF4-FFF2-40B4-BE49-F238E27FC236}">
                <a16:creationId xmlns:a16="http://schemas.microsoft.com/office/drawing/2014/main" id="{A4B62D69-62A9-4F1F-B5F8-A9644CD5F1B5}"/>
              </a:ext>
            </a:extLst>
          </p:cNvPr>
          <p:cNvSpPr>
            <a:spLocks xmlns:a="http://schemas.openxmlformats.org/drawingml/2006/main" noGrp="1"/>
          </p:cNvSpPr>
          <p:nvPr/>
        </p:nvSpPr>
        <p:spPr>
          <a:xfrm xmlns:a="http://schemas.openxmlformats.org/drawingml/2006/main">
            <a:off x="6381750" y="2943225"/>
            <a:ext cx="1952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ค้นข้อมูลและจัดอันดับ</a:t>
            </a:r>
          </a:p>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สร้างและตรวจคำตอบ</a:t>
            </a:r>
          </a:p>
        </p:txBody>
      </p:sp>
      <p:sp>
        <p:nvSpPr>
          <p:cNvPr id="30" name="">
            <a:extLst xmlns:a="http://schemas.openxmlformats.org/drawingml/2006/main">
              <a:ext uri="{FF2B5EF4-FFF2-40B4-BE49-F238E27FC236}">
                <a16:creationId xmlns:a16="http://schemas.microsoft.com/office/drawing/2014/main" id="{41726A12-307E-402A-AE0B-4EA40BEF56BA}"/>
              </a:ext>
            </a:extLst>
          </p:cNvPr>
          <p:cNvSpPr>
            <a:spLocks xmlns:a="http://schemas.openxmlformats.org/drawingml/2006/main" noGrp="1"/>
          </p:cNvSpPr>
          <p:nvPr/>
        </p:nvSpPr>
        <p:spPr>
          <a:xfrm xmlns:a="http://schemas.openxmlformats.org/drawingml/2006/main">
            <a:off x="9048750" y="2505075"/>
            <a:ext cx="2571750" cy="952500"/>
          </a:xfrm>
          <a:prstGeom xmlns:a="http://schemas.openxmlformats.org/drawingml/2006/main" prst="roundRect">
            <a:avLst>
              <a:gd name="adj" fmla="val 8000"/>
            </a:avLst>
          </a:prstGeom>
          <a:solidFill xmlns:a="http://schemas.openxmlformats.org/drawingml/2006/main">
            <a:srgbClr val="EFF9F7"/>
          </a:solidFill>
          <a:ln xmlns:a="http://schemas.openxmlformats.org/drawingml/2006/main" w="11430">
            <a:solidFill>
              <a:srgbClr val="C3DDE4"/>
            </a:solidFill>
          </a:ln>
        </p:spPr>
      </p:sp>
      <p:sp>
        <p:nvSpPr>
          <p:cNvPr id="31" name="">
            <a:extLst xmlns:a="http://schemas.openxmlformats.org/drawingml/2006/main">
              <a:ext uri="{FF2B5EF4-FFF2-40B4-BE49-F238E27FC236}">
                <a16:creationId xmlns:a16="http://schemas.microsoft.com/office/drawing/2014/main" id="{1782C4C7-6106-4738-82E8-9FF8CB541618}"/>
              </a:ext>
            </a:extLst>
          </p:cNvPr>
          <p:cNvSpPr>
            <a:spLocks xmlns:a="http://schemas.openxmlformats.org/drawingml/2006/main" noGrp="1"/>
          </p:cNvSpPr>
          <p:nvPr/>
        </p:nvSpPr>
        <p:spPr>
          <a:xfrm xmlns:a="http://schemas.openxmlformats.org/drawingml/2006/main">
            <a:off x="9144000" y="260032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Ollama</a:t>
            </a:r>
          </a:p>
        </p:txBody>
      </p:sp>
      <p:sp>
        <p:nvSpPr>
          <p:cNvPr id="32" name="">
            <a:extLst xmlns:a="http://schemas.openxmlformats.org/drawingml/2006/main">
              <a:ext uri="{FF2B5EF4-FFF2-40B4-BE49-F238E27FC236}">
                <a16:creationId xmlns:a16="http://schemas.microsoft.com/office/drawing/2014/main" id="{222F517D-BEFA-49B7-AA8E-D055DD3E046C}"/>
              </a:ext>
            </a:extLst>
          </p:cNvPr>
          <p:cNvSpPr>
            <a:spLocks xmlns:a="http://schemas.openxmlformats.org/drawingml/2006/main" noGrp="1"/>
          </p:cNvSpPr>
          <p:nvPr/>
        </p:nvSpPr>
        <p:spPr>
          <a:xfrm xmlns:a="http://schemas.openxmlformats.org/drawingml/2006/main">
            <a:off x="9144000" y="29718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ให้บริการโมเดลภาษา</a:t>
            </a:r>
          </a:p>
        </p:txBody>
      </p:sp>
      <p:sp>
        <p:nvSpPr>
          <p:cNvPr id="33" name="">
            <a:extLst xmlns:a="http://schemas.openxmlformats.org/drawingml/2006/main">
              <a:ext uri="{FF2B5EF4-FFF2-40B4-BE49-F238E27FC236}">
                <a16:creationId xmlns:a16="http://schemas.microsoft.com/office/drawing/2014/main" id="{2E3242D6-7ECB-49A4-92F7-BC20F92C969F}"/>
              </a:ext>
            </a:extLst>
          </p:cNvPr>
          <p:cNvSpPr>
            <a:spLocks xmlns:a="http://schemas.openxmlformats.org/drawingml/2006/main" noGrp="1"/>
          </p:cNvSpPr>
          <p:nvPr/>
        </p:nvSpPr>
        <p:spPr>
          <a:xfrm xmlns:a="http://schemas.openxmlformats.org/drawingml/2006/main">
            <a:off x="9048750" y="3933825"/>
            <a:ext cx="2571750" cy="1162050"/>
          </a:xfrm>
          <a:prstGeom xmlns:a="http://schemas.openxmlformats.org/drawingml/2006/main" prst="roundRect">
            <a:avLst>
              <a:gd name="adj" fmla="val 6557"/>
            </a:avLst>
          </a:prstGeom>
          <a:solidFill xmlns:a="http://schemas.openxmlformats.org/drawingml/2006/main">
            <a:srgbClr val="EFF9F7"/>
          </a:solidFill>
          <a:ln xmlns:a="http://schemas.openxmlformats.org/drawingml/2006/main" w="11430">
            <a:solidFill>
              <a:srgbClr val="C3DDE4"/>
            </a:solidFill>
          </a:ln>
        </p:spPr>
      </p:sp>
      <p:sp>
        <p:nvSpPr>
          <p:cNvPr id="34" name="">
            <a:extLst xmlns:a="http://schemas.openxmlformats.org/drawingml/2006/main">
              <a:ext uri="{FF2B5EF4-FFF2-40B4-BE49-F238E27FC236}">
                <a16:creationId xmlns:a16="http://schemas.microsoft.com/office/drawing/2014/main" id="{A983D938-6DC2-4D1B-8FA1-2A84CC49B77E}"/>
              </a:ext>
            </a:extLst>
          </p:cNvPr>
          <p:cNvSpPr>
            <a:spLocks xmlns:a="http://schemas.openxmlformats.org/drawingml/2006/main" noGrp="1"/>
          </p:cNvSpPr>
          <p:nvPr/>
        </p:nvSpPr>
        <p:spPr>
          <a:xfrm xmlns:a="http://schemas.openxmlformats.org/drawingml/2006/main">
            <a:off x="9144000" y="40290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8"/>
                </a:solidFill>
                <a:latin typeface="Tahoma"/>
                <a:ea typeface="Tahoma"/>
                <a:cs typeface="Tahoma"/>
              </a:defRPr>
            </a:defPPr>
            <a:lvl1pPr>
              <a:defRPr sz="1875" b="1">
                <a:solidFill>
                  <a:srgbClr val="183448"/>
                </a:solidFill>
                <a:latin typeface="Tahoma"/>
                <a:ea typeface="Tahoma"/>
                <a:cs typeface="Tahoma"/>
              </a:defRPr>
            </a:lvl1pPr>
            <a:lvl2pPr>
              <a:defRPr sz="1875" b="1">
                <a:solidFill>
                  <a:srgbClr val="183448"/>
                </a:solidFill>
                <a:latin typeface="Tahoma"/>
                <a:ea typeface="Tahoma"/>
                <a:cs typeface="Tahoma"/>
              </a:defRPr>
            </a:lvl2pPr>
            <a:lvl3pPr>
              <a:defRPr sz="1875" b="1">
                <a:solidFill>
                  <a:srgbClr val="183448"/>
                </a:solidFill>
                <a:latin typeface="Tahoma"/>
                <a:ea typeface="Tahoma"/>
                <a:cs typeface="Tahoma"/>
              </a:defRPr>
            </a:lvl3pPr>
            <a:lvl4pPr>
              <a:defRPr sz="1875" b="1">
                <a:solidFill>
                  <a:srgbClr val="183448"/>
                </a:solidFill>
                <a:latin typeface="Tahoma"/>
                <a:ea typeface="Tahoma"/>
                <a:cs typeface="Tahoma"/>
              </a:defRPr>
            </a:lvl4pPr>
            <a:lvl5pPr>
              <a:defRPr sz="1875" b="1">
                <a:solidFill>
                  <a:srgbClr val="183448"/>
                </a:solidFill>
                <a:latin typeface="Tahoma"/>
                <a:ea typeface="Tahoma"/>
                <a:cs typeface="Tahoma"/>
              </a:defRPr>
            </a:lvl5pPr>
            <a:lvl6pPr>
              <a:defRPr sz="1875" b="1">
                <a:solidFill>
                  <a:srgbClr val="183448"/>
                </a:solidFill>
                <a:latin typeface="Tahoma"/>
                <a:ea typeface="Tahoma"/>
                <a:cs typeface="Tahoma"/>
              </a:defRPr>
            </a:lvl6pPr>
            <a:lvl7pPr>
              <a:defRPr sz="1875" b="1">
                <a:solidFill>
                  <a:srgbClr val="183448"/>
                </a:solidFill>
                <a:latin typeface="Tahoma"/>
                <a:ea typeface="Tahoma"/>
                <a:cs typeface="Tahoma"/>
              </a:defRPr>
            </a:lvl7pPr>
            <a:lvl8pPr>
              <a:defRPr sz="1875" b="1">
                <a:solidFill>
                  <a:srgbClr val="183448"/>
                </a:solidFill>
                <a:latin typeface="Tahoma"/>
                <a:ea typeface="Tahoma"/>
                <a:cs typeface="Tahoma"/>
              </a:defRPr>
            </a:lvl8pPr>
            <a:lvl9pPr>
              <a:defRPr sz="1875" b="1">
                <a:solidFill>
                  <a:srgbClr val="183448"/>
                </a:solidFill>
                <a:latin typeface="Tahoma"/>
                <a:ea typeface="Tahoma"/>
                <a:cs typeface="Tahoma"/>
              </a:defRPr>
            </a:lvl9pPr>
          </a:lstStyle>
          <a:p xmlns:a="http://schemas.openxmlformats.org/drawingml/2006/main">
            <a:pPr>
              <a:defRPr sz="1875" b="1">
                <a:solidFill>
                  <a:srgbClr val="183448"/>
                </a:solidFill>
                <a:latin typeface="Tahoma"/>
                <a:ea typeface="Tahoma"/>
                <a:cs typeface="Tahoma"/>
              </a:defRPr>
            </a:pPr>
            <a:r>
              <a:rPr sz="1875" b="1">
                <a:solidFill>
                  <a:srgbClr val="183448"/>
                </a:solidFill>
                <a:latin typeface="Tahoma"/>
                <a:ea typeface="Tahoma"/>
                <a:cs typeface="Tahoma"/>
              </a:rPr>
              <a:t>Vector Store</a:t>
            </a:r>
          </a:p>
        </p:txBody>
      </p:sp>
      <p:sp>
        <p:nvSpPr>
          <p:cNvPr id="35" name="">
            <a:extLst xmlns:a="http://schemas.openxmlformats.org/drawingml/2006/main">
              <a:ext uri="{FF2B5EF4-FFF2-40B4-BE49-F238E27FC236}">
                <a16:creationId xmlns:a16="http://schemas.microsoft.com/office/drawing/2014/main" id="{E3B0FF69-6E00-46AE-A130-8084113027CD}"/>
              </a:ext>
            </a:extLst>
          </p:cNvPr>
          <p:cNvSpPr>
            <a:spLocks xmlns:a="http://schemas.openxmlformats.org/drawingml/2006/main" noGrp="1"/>
          </p:cNvSpPr>
          <p:nvPr/>
        </p:nvSpPr>
        <p:spPr>
          <a:xfrm xmlns:a="http://schemas.openxmlformats.org/drawingml/2006/main">
            <a:off x="9144000" y="4400550"/>
            <a:ext cx="2381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Chroma หรือ Qdrant</a:t>
            </a:r>
          </a:p>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ค้นข้อความตามดัชนีบอท</a:t>
            </a:r>
          </a:p>
        </p:txBody>
      </p:sp>
      <p:sp>
        <p:nvSpPr>
          <p:cNvPr id="36" name="">
            <a:extLst xmlns:a="http://schemas.openxmlformats.org/drawingml/2006/main">
              <a:ext uri="{FF2B5EF4-FFF2-40B4-BE49-F238E27FC236}">
                <a16:creationId xmlns:a16="http://schemas.microsoft.com/office/drawing/2014/main" id="{1CB1CC5A-3763-4DFE-991A-779B364CAEA6}"/>
              </a:ext>
            </a:extLst>
          </p:cNvPr>
          <p:cNvSpPr>
            <a:spLocks xmlns:a="http://schemas.openxmlformats.org/drawingml/2006/main" noGrp="1"/>
          </p:cNvSpPr>
          <p:nvPr/>
        </p:nvSpPr>
        <p:spPr>
          <a:xfrm xmlns:a="http://schemas.openxmlformats.org/drawingml/2006/main">
            <a:off x="3381375" y="4905375"/>
            <a:ext cx="2381250" cy="952500"/>
          </a:xfrm>
          <a:prstGeom xmlns:a="http://schemas.openxmlformats.org/drawingml/2006/main" prst="roundRect">
            <a:avLst>
              <a:gd name="adj" fmla="val 8000"/>
            </a:avLst>
          </a:prstGeom>
          <a:solidFill xmlns:a="http://schemas.openxmlformats.org/drawingml/2006/main">
            <a:srgbClr val="F3F5FA"/>
          </a:solidFill>
          <a:ln xmlns:a="http://schemas.openxmlformats.org/drawingml/2006/main" w="11430">
            <a:solidFill>
              <a:srgbClr val="C3DDE4"/>
            </a:solidFill>
          </a:ln>
        </p:spPr>
      </p:sp>
      <p:sp>
        <p:nvSpPr>
          <p:cNvPr id="37" name="">
            <a:extLst xmlns:a="http://schemas.openxmlformats.org/drawingml/2006/main">
              <a:ext uri="{FF2B5EF4-FFF2-40B4-BE49-F238E27FC236}">
                <a16:creationId xmlns:a16="http://schemas.microsoft.com/office/drawing/2014/main" id="{BB04781D-7AB5-459C-AD2A-238AAFB24A92}"/>
              </a:ext>
            </a:extLst>
          </p:cNvPr>
          <p:cNvSpPr>
            <a:spLocks xmlns:a="http://schemas.openxmlformats.org/drawingml/2006/main" noGrp="1"/>
          </p:cNvSpPr>
          <p:nvPr/>
        </p:nvSpPr>
        <p:spPr>
          <a:xfrm xmlns:a="http://schemas.openxmlformats.org/drawingml/2006/main">
            <a:off x="3476625" y="500062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83448"/>
                </a:solidFill>
                <a:latin typeface="Tahoma"/>
                <a:ea typeface="Tahoma"/>
                <a:cs typeface="Tahoma"/>
              </a:defRPr>
            </a:defPPr>
            <a:lvl1pPr>
              <a:defRPr sz="1875" b="1">
                <a:solidFill>
                  <a:srgbClr val="183448"/>
                </a:solidFill>
                <a:latin typeface="Tahoma"/>
                <a:ea typeface="Tahoma"/>
                <a:cs typeface="Tahoma"/>
              </a:defRPr>
            </a:lvl1pPr>
            <a:lvl2pPr>
              <a:defRPr sz="1875" b="1">
                <a:solidFill>
                  <a:srgbClr val="183448"/>
                </a:solidFill>
                <a:latin typeface="Tahoma"/>
                <a:ea typeface="Tahoma"/>
                <a:cs typeface="Tahoma"/>
              </a:defRPr>
            </a:lvl2pPr>
            <a:lvl3pPr>
              <a:defRPr sz="1875" b="1">
                <a:solidFill>
                  <a:srgbClr val="183448"/>
                </a:solidFill>
                <a:latin typeface="Tahoma"/>
                <a:ea typeface="Tahoma"/>
                <a:cs typeface="Tahoma"/>
              </a:defRPr>
            </a:lvl3pPr>
            <a:lvl4pPr>
              <a:defRPr sz="1875" b="1">
                <a:solidFill>
                  <a:srgbClr val="183448"/>
                </a:solidFill>
                <a:latin typeface="Tahoma"/>
                <a:ea typeface="Tahoma"/>
                <a:cs typeface="Tahoma"/>
              </a:defRPr>
            </a:lvl4pPr>
            <a:lvl5pPr>
              <a:defRPr sz="1875" b="1">
                <a:solidFill>
                  <a:srgbClr val="183448"/>
                </a:solidFill>
                <a:latin typeface="Tahoma"/>
                <a:ea typeface="Tahoma"/>
                <a:cs typeface="Tahoma"/>
              </a:defRPr>
            </a:lvl5pPr>
            <a:lvl6pPr>
              <a:defRPr sz="1875" b="1">
                <a:solidFill>
                  <a:srgbClr val="183448"/>
                </a:solidFill>
                <a:latin typeface="Tahoma"/>
                <a:ea typeface="Tahoma"/>
                <a:cs typeface="Tahoma"/>
              </a:defRPr>
            </a:lvl6pPr>
            <a:lvl7pPr>
              <a:defRPr sz="1875" b="1">
                <a:solidFill>
                  <a:srgbClr val="183448"/>
                </a:solidFill>
                <a:latin typeface="Tahoma"/>
                <a:ea typeface="Tahoma"/>
                <a:cs typeface="Tahoma"/>
              </a:defRPr>
            </a:lvl7pPr>
            <a:lvl8pPr>
              <a:defRPr sz="1875" b="1">
                <a:solidFill>
                  <a:srgbClr val="183448"/>
                </a:solidFill>
                <a:latin typeface="Tahoma"/>
                <a:ea typeface="Tahoma"/>
                <a:cs typeface="Tahoma"/>
              </a:defRPr>
            </a:lvl8pPr>
            <a:lvl9pPr>
              <a:defRPr sz="1875" b="1">
                <a:solidFill>
                  <a:srgbClr val="183448"/>
                </a:solidFill>
                <a:latin typeface="Tahoma"/>
                <a:ea typeface="Tahoma"/>
                <a:cs typeface="Tahoma"/>
              </a:defRPr>
            </a:lvl9pPr>
          </a:lstStyle>
          <a:p xmlns:a="http://schemas.openxmlformats.org/drawingml/2006/main">
            <a:pPr>
              <a:defRPr sz="1875" b="1">
                <a:solidFill>
                  <a:srgbClr val="183448"/>
                </a:solidFill>
                <a:latin typeface="Tahoma"/>
                <a:ea typeface="Tahoma"/>
                <a:cs typeface="Tahoma"/>
              </a:defRPr>
            </a:pPr>
            <a:r>
              <a:rPr sz="1875" b="1">
                <a:solidFill>
                  <a:srgbClr val="183448"/>
                </a:solidFill>
                <a:latin typeface="Tahoma"/>
                <a:ea typeface="Tahoma"/>
                <a:cs typeface="Tahoma"/>
              </a:rPr>
              <a:t>PostgreSQL</a:t>
            </a:r>
          </a:p>
        </p:txBody>
      </p:sp>
      <p:sp>
        <p:nvSpPr>
          <p:cNvPr id="38" name="">
            <a:extLst xmlns:a="http://schemas.openxmlformats.org/drawingml/2006/main">
              <a:ext uri="{FF2B5EF4-FFF2-40B4-BE49-F238E27FC236}">
                <a16:creationId xmlns:a16="http://schemas.microsoft.com/office/drawing/2014/main" id="{57AE8393-0638-4DF3-952E-ED19011F3509}"/>
              </a:ext>
            </a:extLst>
          </p:cNvPr>
          <p:cNvSpPr>
            <a:spLocks xmlns:a="http://schemas.openxmlformats.org/drawingml/2006/main" noGrp="1"/>
          </p:cNvSpPr>
          <p:nvPr/>
        </p:nvSpPr>
        <p:spPr>
          <a:xfrm xmlns:a="http://schemas.openxmlformats.org/drawingml/2006/main">
            <a:off x="3476625" y="537210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บัญชี / บอท / ประวัติ</a:t>
            </a:r>
          </a:p>
        </p:txBody>
      </p:sp>
      <p:sp>
        <p:nvSpPr>
          <p:cNvPr id="39" name="">
            <a:extLst xmlns:a="http://schemas.openxmlformats.org/drawingml/2006/main">
              <a:ext uri="{FF2B5EF4-FFF2-40B4-BE49-F238E27FC236}">
                <a16:creationId xmlns:a16="http://schemas.microsoft.com/office/drawing/2014/main" id="{A5D5B669-4D24-44CF-9A2E-70524290A55C}"/>
              </a:ext>
            </a:extLst>
          </p:cNvPr>
          <p:cNvSpPr>
            <a:spLocks xmlns:a="http://schemas.openxmlformats.org/drawingml/2006/main" noGrp="1"/>
          </p:cNvSpPr>
          <p:nvPr/>
        </p:nvSpPr>
        <p:spPr>
          <a:xfrm xmlns:a="http://schemas.openxmlformats.org/drawingml/2006/main">
            <a:off x="6286500" y="4905375"/>
            <a:ext cx="2143125" cy="952500"/>
          </a:xfrm>
          <a:prstGeom xmlns:a="http://schemas.openxmlformats.org/drawingml/2006/main" prst="roundRect">
            <a:avLst>
              <a:gd name="adj" fmla="val 8000"/>
            </a:avLst>
          </a:prstGeom>
          <a:solidFill xmlns:a="http://schemas.openxmlformats.org/drawingml/2006/main">
            <a:srgbClr val="F3F5FA"/>
          </a:solidFill>
          <a:ln xmlns:a="http://schemas.openxmlformats.org/drawingml/2006/main" w="11430">
            <a:solidFill>
              <a:srgbClr val="C3DDE4"/>
            </a:solidFill>
          </a:ln>
        </p:spPr>
      </p:sp>
      <p:sp>
        <p:nvSpPr>
          <p:cNvPr id="40" name="">
            <a:extLst xmlns:a="http://schemas.openxmlformats.org/drawingml/2006/main">
              <a:ext uri="{FF2B5EF4-FFF2-40B4-BE49-F238E27FC236}">
                <a16:creationId xmlns:a16="http://schemas.microsoft.com/office/drawing/2014/main" id="{1CE962D7-9292-44F5-AE38-CB8CA336D53A}"/>
              </a:ext>
            </a:extLst>
          </p:cNvPr>
          <p:cNvSpPr>
            <a:spLocks xmlns:a="http://schemas.openxmlformats.org/drawingml/2006/main" noGrp="1"/>
          </p:cNvSpPr>
          <p:nvPr/>
        </p:nvSpPr>
        <p:spPr>
          <a:xfrm xmlns:a="http://schemas.openxmlformats.org/drawingml/2006/main">
            <a:off x="6381750" y="5000625"/>
            <a:ext cx="1952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83448"/>
                </a:solidFill>
                <a:latin typeface="Tahoma"/>
                <a:ea typeface="Tahoma"/>
                <a:cs typeface="Tahoma"/>
              </a:defRPr>
            </a:defPPr>
            <a:lvl1pPr>
              <a:defRPr sz="1725" b="1">
                <a:solidFill>
                  <a:srgbClr val="183448"/>
                </a:solidFill>
                <a:latin typeface="Tahoma"/>
                <a:ea typeface="Tahoma"/>
                <a:cs typeface="Tahoma"/>
              </a:defRPr>
            </a:lvl1pPr>
            <a:lvl2pPr>
              <a:defRPr sz="1725" b="1">
                <a:solidFill>
                  <a:srgbClr val="183448"/>
                </a:solidFill>
                <a:latin typeface="Tahoma"/>
                <a:ea typeface="Tahoma"/>
                <a:cs typeface="Tahoma"/>
              </a:defRPr>
            </a:lvl2pPr>
            <a:lvl3pPr>
              <a:defRPr sz="1725" b="1">
                <a:solidFill>
                  <a:srgbClr val="183448"/>
                </a:solidFill>
                <a:latin typeface="Tahoma"/>
                <a:ea typeface="Tahoma"/>
                <a:cs typeface="Tahoma"/>
              </a:defRPr>
            </a:lvl3pPr>
            <a:lvl4pPr>
              <a:defRPr sz="1725" b="1">
                <a:solidFill>
                  <a:srgbClr val="183448"/>
                </a:solidFill>
                <a:latin typeface="Tahoma"/>
                <a:ea typeface="Tahoma"/>
                <a:cs typeface="Tahoma"/>
              </a:defRPr>
            </a:lvl4pPr>
            <a:lvl5pPr>
              <a:defRPr sz="1725" b="1">
                <a:solidFill>
                  <a:srgbClr val="183448"/>
                </a:solidFill>
                <a:latin typeface="Tahoma"/>
                <a:ea typeface="Tahoma"/>
                <a:cs typeface="Tahoma"/>
              </a:defRPr>
            </a:lvl5pPr>
            <a:lvl6pPr>
              <a:defRPr sz="1725" b="1">
                <a:solidFill>
                  <a:srgbClr val="183448"/>
                </a:solidFill>
                <a:latin typeface="Tahoma"/>
                <a:ea typeface="Tahoma"/>
                <a:cs typeface="Tahoma"/>
              </a:defRPr>
            </a:lvl6pPr>
            <a:lvl7pPr>
              <a:defRPr sz="1725" b="1">
                <a:solidFill>
                  <a:srgbClr val="183448"/>
                </a:solidFill>
                <a:latin typeface="Tahoma"/>
                <a:ea typeface="Tahoma"/>
                <a:cs typeface="Tahoma"/>
              </a:defRPr>
            </a:lvl7pPr>
            <a:lvl8pPr>
              <a:defRPr sz="1725" b="1">
                <a:solidFill>
                  <a:srgbClr val="183448"/>
                </a:solidFill>
                <a:latin typeface="Tahoma"/>
                <a:ea typeface="Tahoma"/>
                <a:cs typeface="Tahoma"/>
              </a:defRPr>
            </a:lvl8pPr>
            <a:lvl9pPr>
              <a:defRPr sz="1725" b="1">
                <a:solidFill>
                  <a:srgbClr val="183448"/>
                </a:solidFill>
                <a:latin typeface="Tahoma"/>
                <a:ea typeface="Tahoma"/>
                <a:cs typeface="Tahoma"/>
              </a:defRPr>
            </a:lvl9pPr>
          </a:lstStyle>
          <a:p xmlns:a="http://schemas.openxmlformats.org/drawingml/2006/main">
            <a:pPr>
              <a:defRPr sz="1725" b="1">
                <a:solidFill>
                  <a:srgbClr val="183448"/>
                </a:solidFill>
                <a:latin typeface="Tahoma"/>
                <a:ea typeface="Tahoma"/>
                <a:cs typeface="Tahoma"/>
              </a:defRPr>
            </a:pPr>
            <a:r>
              <a:rPr sz="1725" b="1">
                <a:solidFill>
                  <a:srgbClr val="183448"/>
                </a:solidFill>
                <a:latin typeface="Tahoma"/>
                <a:ea typeface="Tahoma"/>
                <a:cs typeface="Tahoma"/>
              </a:rPr>
              <a:t>ไฟล์เอกสาร</a:t>
            </a:r>
          </a:p>
        </p:txBody>
      </p:sp>
      <p:sp>
        <p:nvSpPr>
          <p:cNvPr id="41" name="">
            <a:extLst xmlns:a="http://schemas.openxmlformats.org/drawingml/2006/main">
              <a:ext uri="{FF2B5EF4-FFF2-40B4-BE49-F238E27FC236}">
                <a16:creationId xmlns:a16="http://schemas.microsoft.com/office/drawing/2014/main" id="{48956AB0-60B9-418E-B633-1B4F3F8E7890}"/>
              </a:ext>
            </a:extLst>
          </p:cNvPr>
          <p:cNvSpPr>
            <a:spLocks xmlns:a="http://schemas.openxmlformats.org/drawingml/2006/main" noGrp="1"/>
          </p:cNvSpPr>
          <p:nvPr/>
        </p:nvSpPr>
        <p:spPr>
          <a:xfrm xmlns:a="http://schemas.openxmlformats.org/drawingml/2006/main">
            <a:off x="6381750" y="5372100"/>
            <a:ext cx="1952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Document Storage</a:t>
            </a:r>
          </a:p>
        </p:txBody>
      </p:sp>
      <p:sp>
        <p:nvSpPr>
          <p:cNvPr id="42" name="">
            <a:extLst xmlns:a="http://schemas.openxmlformats.org/drawingml/2006/main">
              <a:ext uri="{FF2B5EF4-FFF2-40B4-BE49-F238E27FC236}">
                <a16:creationId xmlns:a16="http://schemas.microsoft.com/office/drawing/2014/main" id="{A63271DA-2C2A-442A-948D-23E1B74787B8}"/>
              </a:ext>
            </a:extLst>
          </p:cNvPr>
          <p:cNvSpPr>
            <a:spLocks xmlns:a="http://schemas.openxmlformats.org/drawingml/2006/main" noGrp="1"/>
          </p:cNvSpPr>
          <p:nvPr/>
        </p:nvSpPr>
        <p:spPr>
          <a:xfrm xmlns:a="http://schemas.openxmlformats.org/drawingml/2006/main">
            <a:off x="3143250" y="2362200"/>
            <a:ext cx="2809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B79"/>
                </a:solidFill>
                <a:latin typeface="Tahoma"/>
                <a:ea typeface="Tahoma"/>
                <a:cs typeface="Tahoma"/>
              </a:defRPr>
            </a:defPPr>
            <a:lvl1pPr>
              <a:defRPr sz="1275" b="0">
                <a:solidFill>
                  <a:srgbClr val="526B79"/>
                </a:solidFill>
                <a:latin typeface="Tahoma"/>
                <a:ea typeface="Tahoma"/>
                <a:cs typeface="Tahoma"/>
              </a:defRPr>
            </a:lvl1pPr>
            <a:lvl2pPr>
              <a:defRPr sz="1275" b="0">
                <a:solidFill>
                  <a:srgbClr val="526B79"/>
                </a:solidFill>
                <a:latin typeface="Tahoma"/>
                <a:ea typeface="Tahoma"/>
                <a:cs typeface="Tahoma"/>
              </a:defRPr>
            </a:lvl2pPr>
            <a:lvl3pPr>
              <a:defRPr sz="1275" b="0">
                <a:solidFill>
                  <a:srgbClr val="526B79"/>
                </a:solidFill>
                <a:latin typeface="Tahoma"/>
                <a:ea typeface="Tahoma"/>
                <a:cs typeface="Tahoma"/>
              </a:defRPr>
            </a:lvl3pPr>
            <a:lvl4pPr>
              <a:defRPr sz="1275" b="0">
                <a:solidFill>
                  <a:srgbClr val="526B79"/>
                </a:solidFill>
                <a:latin typeface="Tahoma"/>
                <a:ea typeface="Tahoma"/>
                <a:cs typeface="Tahoma"/>
              </a:defRPr>
            </a:lvl4pPr>
            <a:lvl5pPr>
              <a:defRPr sz="1275" b="0">
                <a:solidFill>
                  <a:srgbClr val="526B79"/>
                </a:solidFill>
                <a:latin typeface="Tahoma"/>
                <a:ea typeface="Tahoma"/>
                <a:cs typeface="Tahoma"/>
              </a:defRPr>
            </a:lvl5pPr>
            <a:lvl6pPr>
              <a:defRPr sz="1275" b="0">
                <a:solidFill>
                  <a:srgbClr val="526B79"/>
                </a:solidFill>
                <a:latin typeface="Tahoma"/>
                <a:ea typeface="Tahoma"/>
                <a:cs typeface="Tahoma"/>
              </a:defRPr>
            </a:lvl6pPr>
            <a:lvl7pPr>
              <a:defRPr sz="1275" b="0">
                <a:solidFill>
                  <a:srgbClr val="526B79"/>
                </a:solidFill>
                <a:latin typeface="Tahoma"/>
                <a:ea typeface="Tahoma"/>
                <a:cs typeface="Tahoma"/>
              </a:defRPr>
            </a:lvl7pPr>
            <a:lvl8pPr>
              <a:defRPr sz="1275" b="0">
                <a:solidFill>
                  <a:srgbClr val="526B79"/>
                </a:solidFill>
                <a:latin typeface="Tahoma"/>
                <a:ea typeface="Tahoma"/>
                <a:cs typeface="Tahoma"/>
              </a:defRPr>
            </a:lvl8pPr>
            <a:lvl9pPr>
              <a:defRPr sz="1275" b="0">
                <a:solidFill>
                  <a:srgbClr val="526B79"/>
                </a:solidFill>
                <a:latin typeface="Tahoma"/>
                <a:ea typeface="Tahoma"/>
                <a:cs typeface="Tahoma"/>
              </a:defRPr>
            </a:lvl9pPr>
          </a:lstStyle>
          <a:p xmlns:a="http://schemas.openxmlformats.org/drawingml/2006/main">
            <a:pPr>
              <a:defRPr sz="1275" b="0">
                <a:solidFill>
                  <a:srgbClr val="526B79"/>
                </a:solidFill>
                <a:latin typeface="Tahoma"/>
                <a:ea typeface="Tahoma"/>
                <a:cs typeface="Tahoma"/>
              </a:defRPr>
            </a:pPr>
            <a:r>
              <a:rPr sz="1275" b="0">
                <a:solidFill>
                  <a:srgbClr val="526B79"/>
                </a:solidFill>
                <a:latin typeface="Tahoma"/>
                <a:ea typeface="Tahoma"/>
                <a:cs typeface="Tahoma"/>
              </a:rPr>
              <a:t>REST API / Webhook</a:t>
            </a:r>
          </a:p>
        </p:txBody>
      </p:sp>
      <p:sp>
        <p:nvSpPr>
          <p:cNvPr id="43" name="">
            <a:extLst xmlns:a="http://schemas.openxmlformats.org/drawingml/2006/main">
              <a:ext uri="{FF2B5EF4-FFF2-40B4-BE49-F238E27FC236}">
                <a16:creationId xmlns:a16="http://schemas.microsoft.com/office/drawing/2014/main" id="{004D9A5C-E027-4AB1-B2F5-5111D643DEEE}"/>
              </a:ext>
            </a:extLst>
          </p:cNvPr>
          <p:cNvSpPr>
            <a:spLocks xmlns:a="http://schemas.openxmlformats.org/drawingml/2006/main" noGrp="1"/>
          </p:cNvSpPr>
          <p:nvPr/>
        </p:nvSpPr>
        <p:spPr>
          <a:xfrm xmlns:a="http://schemas.openxmlformats.org/drawingml/2006/main">
            <a:off x="571500" y="6229350"/>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26B79"/>
                </a:solidFill>
                <a:latin typeface="Tahoma"/>
                <a:ea typeface="Tahoma"/>
                <a:cs typeface="Tahoma"/>
              </a:defRPr>
            </a:defPPr>
            <a:lvl1pPr>
              <a:defRPr sz="1425" b="0">
                <a:solidFill>
                  <a:srgbClr val="526B79"/>
                </a:solidFill>
                <a:latin typeface="Tahoma"/>
                <a:ea typeface="Tahoma"/>
                <a:cs typeface="Tahoma"/>
              </a:defRPr>
            </a:lvl1pPr>
            <a:lvl2pPr>
              <a:defRPr sz="1425" b="0">
                <a:solidFill>
                  <a:srgbClr val="526B79"/>
                </a:solidFill>
                <a:latin typeface="Tahoma"/>
                <a:ea typeface="Tahoma"/>
                <a:cs typeface="Tahoma"/>
              </a:defRPr>
            </a:lvl2pPr>
            <a:lvl3pPr>
              <a:defRPr sz="1425" b="0">
                <a:solidFill>
                  <a:srgbClr val="526B79"/>
                </a:solidFill>
                <a:latin typeface="Tahoma"/>
                <a:ea typeface="Tahoma"/>
                <a:cs typeface="Tahoma"/>
              </a:defRPr>
            </a:lvl3pPr>
            <a:lvl4pPr>
              <a:defRPr sz="1425" b="0">
                <a:solidFill>
                  <a:srgbClr val="526B79"/>
                </a:solidFill>
                <a:latin typeface="Tahoma"/>
                <a:ea typeface="Tahoma"/>
                <a:cs typeface="Tahoma"/>
              </a:defRPr>
            </a:lvl4pPr>
            <a:lvl5pPr>
              <a:defRPr sz="1425" b="0">
                <a:solidFill>
                  <a:srgbClr val="526B79"/>
                </a:solidFill>
                <a:latin typeface="Tahoma"/>
                <a:ea typeface="Tahoma"/>
                <a:cs typeface="Tahoma"/>
              </a:defRPr>
            </a:lvl5pPr>
            <a:lvl6pPr>
              <a:defRPr sz="1425" b="0">
                <a:solidFill>
                  <a:srgbClr val="526B79"/>
                </a:solidFill>
                <a:latin typeface="Tahoma"/>
                <a:ea typeface="Tahoma"/>
                <a:cs typeface="Tahoma"/>
              </a:defRPr>
            </a:lvl6pPr>
            <a:lvl7pPr>
              <a:defRPr sz="1425" b="0">
                <a:solidFill>
                  <a:srgbClr val="526B79"/>
                </a:solidFill>
                <a:latin typeface="Tahoma"/>
                <a:ea typeface="Tahoma"/>
                <a:cs typeface="Tahoma"/>
              </a:defRPr>
            </a:lvl7pPr>
            <a:lvl8pPr>
              <a:defRPr sz="1425" b="0">
                <a:solidFill>
                  <a:srgbClr val="526B79"/>
                </a:solidFill>
                <a:latin typeface="Tahoma"/>
                <a:ea typeface="Tahoma"/>
                <a:cs typeface="Tahoma"/>
              </a:defRPr>
            </a:lvl8pPr>
            <a:lvl9pPr>
              <a:defRPr sz="1425" b="0">
                <a:solidFill>
                  <a:srgbClr val="526B79"/>
                </a:solidFill>
                <a:latin typeface="Tahoma"/>
                <a:ea typeface="Tahoma"/>
                <a:cs typeface="Tahoma"/>
              </a:defRPr>
            </a:lvl9pPr>
          </a:lstStyle>
          <a:p xmlns:a="http://schemas.openxmlformats.org/drawingml/2006/main">
            <a:pPr>
              <a:defRPr sz="1425" b="0">
                <a:solidFill>
                  <a:srgbClr val="526B79"/>
                </a:solidFill>
                <a:latin typeface="Tahoma"/>
                <a:ea typeface="Tahoma"/>
                <a:cs typeface="Tahoma"/>
              </a:defRPr>
            </a:pPr>
            <a:r>
              <a:rPr sz="1425" b="0">
                <a:solidFill>
                  <a:srgbClr val="526B79"/>
                </a:solidFill>
                <a:latin typeface="Tahoma"/>
                <a:ea typeface="Tahoma"/>
                <a:cs typeface="Tahoma"/>
              </a:rPr>
              <a:t>เส้นแสดงการเรียกใช้บริการ  •  ผลลัพธ์ส่งกลับผ่าน FastAPI ไปยังช่องทางเดิม</a:t>
            </a:r>
          </a:p>
        </p:txBody>
      </p:sp>
    </p:spTree>
    <p:extLst>
      <p:ext uri="{BB962C8B-B14F-4D97-AF65-F5344CB8AC3E}">
        <p14:creationId xmlns:p14="http://schemas.microsoft.com/office/powerpoint/2010/main" val="5339051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2026-10-29T11:30:50.3600000Z</dcterms:created>
  <dcterms:modified xsi:type="dcterms:W3CDTF">2026-10-29T11:30:50.3600000Z</dcterms:modified>
</coreProperties>
</file>
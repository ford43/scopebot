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83d8244a8d4069" /><Relationship Type="http://schemas.openxmlformats.org/officeDocument/2006/relationships/extended-properties" Target="/docProps/app.xml" Id="R43a13adc69714630" /><Relationship Type="http://schemas.openxmlformats.org/officeDocument/2006/relationships/officeDocument" Target="/ppt/presentation.xml" Id="R4495fcb1057e4b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9f07c411e041bc"/>
  </p:sldMasterIdLst>
  <p:notesMasterIdLst>
    <p:notesMasterId xmlns:r="http://schemas.openxmlformats.org/officeDocument/2006/relationships" r:id="Rcbf99613ffd24c7a"/>
  </p:notesMasterIdLst>
  <p:sldIdLst>
    <p:sldId xmlns:r="http://schemas.openxmlformats.org/officeDocument/2006/relationships" id="256" r:id="R3b987cec77904d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20f002749f4e66" /><Relationship Type="http://schemas.openxmlformats.org/officeDocument/2006/relationships/slideMaster" Target="/ppt/slideMasters/slideMaster1.xml" Id="Rf89f07c411e041bc" /><Relationship Type="http://schemas.openxmlformats.org/officeDocument/2006/relationships/notesMaster" Target="/ppt/notesMasters/notesMaster1.xml" Id="Rcbf99613ffd24c7a" /><Relationship Type="http://schemas.openxmlformats.org/officeDocument/2006/relationships/presProps" Target="/ppt/presProps.xml" Id="Rb1e40e91b15c4694" /><Relationship Type="http://schemas.openxmlformats.org/officeDocument/2006/relationships/tableStyles" Target="/ppt/tableStyles.xml" Id="Rcfec4cc53f9a4226" /><Relationship Type="http://schemas.openxmlformats.org/officeDocument/2006/relationships/slide" Target="/ppt/slides/slide1.xml" Id="R3b987cec77904d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217ca9156d4e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27836c793e4db0" /><Relationship Type="http://schemas.openxmlformats.org/officeDocument/2006/relationships/notesMaster" Target="/ppt/notesMasters/notesMaster1.xml" Id="R8f1dedee9d4e4b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1 นาที 30 วินาที ถึง 2 นาที</a:t>
            </a:r>
          </a:p>
          <a:p xmlns:a="http://schemas.openxmlformats.org/drawingml/2006/main">
            <a:r>
              <a:t>อธิบายแถวบนก่อน: อ่านเอกสาร แบ่งข้อความพร้อมข้อมูลแหล่งที่มา สร้าง embeddings และเก็บดัชนีตามบอท จากนั้นชี้เส้นเชื่อมลงสู่ขั้นค้นข้อมูล แถวล่างเริ่มจากคำถามและบริบทคำถามล่าสุด ค้นข้อความ จัดอันดับหลักฐาน แล้วให้ Ollama สร้างคำตอบและตรวจ citation ถ้าหลักฐานเพียงพอจึงส่งคำตอบ ถ้าไม่เพียงพอแจ้งผู้ใช้ตามกระบวนการ ไม่ควรอธิบายว่าเป็นการฝึกโมเดลใหม่</a:t>
            </a:r>
          </a:p>
          <a:p xmlns:a="http://schemas.openxmlformats.org/drawingml/2006/main">
            <a:r>
              <a:t>แผนภาพย่อ: การตรวจหลักฐานอาจทำหลายจุดระหว่างประมวลผล และการ fallback ขึ้นกับการตั้งค่า</a:t>
            </a:r>
          </a:p>
          <a:p xmlns:a="http://schemas.openxmlformats.org/drawingml/2006/main">
            <a:r>
              <a:t>อ้างอิง: docs/semantic-search.md; docs/rag-correctness.md; rag/rag_pipeline.py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ca303282d42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ef79a60cdd4d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a549eb42ce44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93fa5ddd84b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a5e1e82244e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7378fa5e345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BB44B7-663A-4C23-B2CD-705AE1E77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A6CE24-ACF7-4473-A443-64F14F5C9D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FE5D18-D240-46D4-8638-AEF4E798A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5740A6-66BA-46D3-9D3B-C34A4B85F0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B852CB-9790-401F-A146-5831CEA1D7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938E16-C4FE-476D-A8EF-548F6EFDFA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82B5F9-68C2-492A-95BD-023F05E85E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A25B94-8D8F-46DE-A86C-D638951437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DE0224-0B32-4A43-AEDF-DF384B249F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2AFA78-C9D4-4FFD-83EB-8BF3826999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f662d26c814ee4" /><Relationship Type="http://schemas.openxmlformats.org/officeDocument/2006/relationships/slideLayout" Target="/ppt/slideLayouts/slideLayout1.xml" Id="R167911225a394b3d" /><Relationship Type="http://schemas.openxmlformats.org/officeDocument/2006/relationships/slideLayout" Target="/ppt/slideLayouts/slideLayout2.xml" Id="Rf1667d240cfa46f9" /><Relationship Type="http://schemas.openxmlformats.org/officeDocument/2006/relationships/slideLayout" Target="/ppt/slideLayouts/slideLayout3.xml" Id="Rbb9dd6de77ba4ec0" /><Relationship Type="http://schemas.openxmlformats.org/officeDocument/2006/relationships/slideLayout" Target="/ppt/slideLayouts/slideLayout4.xml" Id="R2286223451e54921" /><Relationship Type="http://schemas.openxmlformats.org/officeDocument/2006/relationships/slideLayout" Target="/ppt/slideLayouts/slideLayout5.xml" Id="R5af5628b3faa41a8" /><Relationship Type="http://schemas.openxmlformats.org/officeDocument/2006/relationships/slideLayout" Target="/ppt/slideLayouts/slideLayout6.xml" Id="R7952c3a7ee3144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7911225a394b3d"/>
    <p:sldLayoutId xmlns:r="http://schemas.openxmlformats.org/officeDocument/2006/relationships" id="2147483650" r:id="Rf1667d240cfa46f9"/>
    <p:sldLayoutId xmlns:r="http://schemas.openxmlformats.org/officeDocument/2006/relationships" id="2147483651" r:id="Rbb9dd6de77ba4ec0"/>
    <p:sldLayoutId xmlns:r="http://schemas.openxmlformats.org/officeDocument/2006/relationships" id="2147483652" r:id="R2286223451e54921"/>
    <p:sldLayoutId xmlns:r="http://schemas.openxmlformats.org/officeDocument/2006/relationships" id="2147483653" r:id="R5af5628b3faa41a8"/>
    <p:sldLayoutId xmlns:r="http://schemas.openxmlformats.org/officeDocument/2006/relationships" id="2147483654" r:id="R7952c3a7ee3144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b0ebcf1eb4d8c" /><Relationship Type="http://schemas.openxmlformats.org/officeDocument/2006/relationships/notesSlide" Target="/ppt/notesSlides/notesSlide1.xml" Id="Rcc8e9102da0741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A19B4E-8772-42A2-9E85-EC733E50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SCOPEBOT  /  THE RAG CORE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20D1A-536C-4275-AA6D-0A4EC9B8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8"/>
                </a:solidFill>
                <a:latin typeface="Tahoma"/>
                <a:ea typeface="Tahoma"/>
                <a:cs typeface="Tahoma"/>
              </a:defRPr>
            </a:defPPr>
            <a:lvl1pPr>
              <a:defRPr sz="3300" b="1">
                <a:solidFill>
                  <a:srgbClr val="153448"/>
                </a:solidFill>
                <a:latin typeface="Tahoma"/>
                <a:ea typeface="Tahoma"/>
                <a:cs typeface="Tahoma"/>
              </a:defRPr>
            </a:lvl1pPr>
            <a:lvl2pPr>
              <a:defRPr sz="3300" b="1">
                <a:solidFill>
                  <a:srgbClr val="153448"/>
                </a:solidFill>
                <a:latin typeface="Tahoma"/>
                <a:ea typeface="Tahoma"/>
                <a:cs typeface="Tahoma"/>
              </a:defRPr>
            </a:lvl2pPr>
            <a:lvl3pPr>
              <a:defRPr sz="3300" b="1">
                <a:solidFill>
                  <a:srgbClr val="153448"/>
                </a:solidFill>
                <a:latin typeface="Tahoma"/>
                <a:ea typeface="Tahoma"/>
                <a:cs typeface="Tahoma"/>
              </a:defRPr>
            </a:lvl3pPr>
            <a:lvl4pPr>
              <a:defRPr sz="3300" b="1">
                <a:solidFill>
                  <a:srgbClr val="153448"/>
                </a:solidFill>
                <a:latin typeface="Tahoma"/>
                <a:ea typeface="Tahoma"/>
                <a:cs typeface="Tahoma"/>
              </a:defRPr>
            </a:lvl4pPr>
            <a:lvl5pPr>
              <a:defRPr sz="3300" b="1">
                <a:solidFill>
                  <a:srgbClr val="153448"/>
                </a:solidFill>
                <a:latin typeface="Tahoma"/>
                <a:ea typeface="Tahoma"/>
                <a:cs typeface="Tahoma"/>
              </a:defRPr>
            </a:lvl5pPr>
            <a:lvl6pPr>
              <a:defRPr sz="3300" b="1">
                <a:solidFill>
                  <a:srgbClr val="153448"/>
                </a:solidFill>
                <a:latin typeface="Tahoma"/>
                <a:ea typeface="Tahoma"/>
                <a:cs typeface="Tahoma"/>
              </a:defRPr>
            </a:lvl6pPr>
            <a:lvl7pPr>
              <a:defRPr sz="3300" b="1">
                <a:solidFill>
                  <a:srgbClr val="153448"/>
                </a:solidFill>
                <a:latin typeface="Tahoma"/>
                <a:ea typeface="Tahoma"/>
                <a:cs typeface="Tahoma"/>
              </a:defRPr>
            </a:lvl7pPr>
            <a:lvl8pPr>
              <a:defRPr sz="3300" b="1">
                <a:solidFill>
                  <a:srgbClr val="153448"/>
                </a:solidFill>
                <a:latin typeface="Tahoma"/>
                <a:ea typeface="Tahoma"/>
                <a:cs typeface="Tahoma"/>
              </a:defRPr>
            </a:lvl8pPr>
            <a:lvl9pPr>
              <a:defRPr sz="3300" b="1">
                <a:solidFill>
                  <a:srgbClr val="15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8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53448"/>
                </a:solidFill>
                <a:latin typeface="Tahoma"/>
                <a:ea typeface="Tahoma"/>
                <a:cs typeface="Tahoma"/>
              </a:rPr>
              <a:t>กระบวนการ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3171F-BD0D-4DAB-A4F7-C5ACB2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1920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7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7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7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7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7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7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7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7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7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ค้นความรู้จากเอกสาร ก่อนสร้างคำตอบและตรวจหลักฐาน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D9619-01F6-4781-8647-BAC4772F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6BA0"/>
                </a:solidFill>
                <a:latin typeface="Tahoma"/>
                <a:ea typeface="Tahoma"/>
                <a:cs typeface="Tahoma"/>
              </a:defRPr>
            </a:defPPr>
            <a:lvl1pPr>
              <a:defRPr sz="1800" b="1">
                <a:solidFill>
                  <a:srgbClr val="176BA0"/>
                </a:solidFill>
                <a:latin typeface="Tahoma"/>
                <a:ea typeface="Tahoma"/>
                <a:cs typeface="Tahoma"/>
              </a:defRPr>
            </a:lvl1pPr>
            <a:lvl2pPr>
              <a:defRPr sz="1800" b="1">
                <a:solidFill>
                  <a:srgbClr val="176BA0"/>
                </a:solidFill>
                <a:latin typeface="Tahoma"/>
                <a:ea typeface="Tahoma"/>
                <a:cs typeface="Tahoma"/>
              </a:defRPr>
            </a:lvl2pPr>
            <a:lvl3pPr>
              <a:defRPr sz="1800" b="1">
                <a:solidFill>
                  <a:srgbClr val="176BA0"/>
                </a:solidFill>
                <a:latin typeface="Tahoma"/>
                <a:ea typeface="Tahoma"/>
                <a:cs typeface="Tahoma"/>
              </a:defRPr>
            </a:lvl3pPr>
            <a:lvl4pPr>
              <a:defRPr sz="1800" b="1">
                <a:solidFill>
                  <a:srgbClr val="176BA0"/>
                </a:solidFill>
                <a:latin typeface="Tahoma"/>
                <a:ea typeface="Tahoma"/>
                <a:cs typeface="Tahoma"/>
              </a:defRPr>
            </a:lvl4pPr>
            <a:lvl5pPr>
              <a:defRPr sz="1800" b="1">
                <a:solidFill>
                  <a:srgbClr val="176BA0"/>
                </a:solidFill>
                <a:latin typeface="Tahoma"/>
                <a:ea typeface="Tahoma"/>
                <a:cs typeface="Tahoma"/>
              </a:defRPr>
            </a:lvl5pPr>
            <a:lvl6pPr>
              <a:defRPr sz="1800" b="1">
                <a:solidFill>
                  <a:srgbClr val="176BA0"/>
                </a:solidFill>
                <a:latin typeface="Tahoma"/>
                <a:ea typeface="Tahoma"/>
                <a:cs typeface="Tahoma"/>
              </a:defRPr>
            </a:lvl6pPr>
            <a:lvl7pPr>
              <a:defRPr sz="1800" b="1">
                <a:solidFill>
                  <a:srgbClr val="176BA0"/>
                </a:solidFill>
                <a:latin typeface="Tahoma"/>
                <a:ea typeface="Tahoma"/>
                <a:cs typeface="Tahoma"/>
              </a:defRPr>
            </a:lvl7pPr>
            <a:lvl8pPr>
              <a:defRPr sz="1800" b="1">
                <a:solidFill>
                  <a:srgbClr val="176BA0"/>
                </a:solidFill>
                <a:latin typeface="Tahoma"/>
                <a:ea typeface="Tahoma"/>
                <a:cs typeface="Tahoma"/>
              </a:defRPr>
            </a:lvl8pPr>
            <a:lvl9pPr>
              <a:defRPr sz="1800" b="1">
                <a:solidFill>
                  <a:srgbClr val="176BA0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6BA0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76BA0"/>
                </a:solidFill>
                <a:latin typeface="Tahoma"/>
                <a:ea typeface="Tahoma"/>
                <a:cs typeface="Tahoma"/>
              </a:rPr>
              <a:t>01  เตรียมความรู้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BE7D3-3B27-4629-96F4-8D5D25ED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2383">
            <a:solidFill>
              <a:srgbClr val="C3DD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610C9-B366-4613-BF5B-E7164B43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6C881-D126-469C-8124-B135176A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348"/>
                </a:solidFill>
                <a:latin typeface="Tahoma"/>
                <a:ea typeface="Tahoma"/>
                <a:cs typeface="Tahoma"/>
              </a:rPr>
              <a:t>รับเอกสาร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B1A7D-83E1-4285-AB3D-62CD6ADF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PDF / DOCX / TXT /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AA6EB-72F2-4B87-A91D-4C28839E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A5C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55921-F412-45DB-8EC3-0A567691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62175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2383">
            <a:solidFill>
              <a:srgbClr val="C3DD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DD8D0-3264-40CC-AF74-35153A4C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383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35352-F83A-4468-9B27-87DF29A3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860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348"/>
                </a:solidFill>
                <a:latin typeface="Tahoma"/>
                <a:ea typeface="Tahoma"/>
                <a:cs typeface="Tahoma"/>
              </a:rPr>
              <a:t>แบ่งข้อความ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E9E22-AB3B-4062-99A5-55748CE8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เก็บข้อมูลแหล่งที่มา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B000E-0E4B-4AEE-830E-7D498656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17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A5C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EAB37-B55F-4F1D-815A-22AD226D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62175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2383">
            <a:solidFill>
              <a:srgbClr val="C3DD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B8C65-875D-48FC-90D4-F4758D47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E6B5B-B762-49FC-9FA4-2910FCFD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860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348"/>
                </a:solidFill>
                <a:latin typeface="Tahoma"/>
                <a:ea typeface="Tahoma"/>
                <a:cs typeface="Tahoma"/>
              </a:rPr>
              <a:t>ทำ Embeddings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B1210-3E38-4CA5-846F-4FBB082B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เวกเตอร์สำหรับค้นหา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8CDDE-3501-4FC3-971E-C1406602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A5C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19554-FC07-4B74-807B-D6D2D314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62175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2383">
            <a:solidFill>
              <a:srgbClr val="C3DD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DBB17-4B47-43D2-9D44-0880F717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383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B9883-2CD0-491D-84C1-87B44E20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860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348"/>
                </a:solidFill>
                <a:latin typeface="Tahoma"/>
                <a:ea typeface="Tahoma"/>
                <a:cs typeface="Tahoma"/>
              </a:rPr>
              <a:t>จัดเก็บดัชนี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3C542-4F03-4F5D-974D-8BD420A8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Chroma หรือ Qdrant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3D1C1-67EC-4972-A5FD-3B8337DE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19087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A2A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29E91-15E3-4D2F-BECA-276660B3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71875"/>
            <a:ext cx="640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A2A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196051-E4E3-487A-A8B2-B19C35C2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71875"/>
            <a:ext cx="190500" cy="590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CA2A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2EC2F8-5645-41A2-903E-69A89C41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7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397786"/>
                </a:solidFill>
                <a:latin typeface="Tahoma"/>
                <a:ea typeface="Tahoma"/>
                <a:cs typeface="Tahoma"/>
              </a:defRPr>
            </a:defPPr>
            <a:lvl1pPr>
              <a:defRPr sz="1275" b="0">
                <a:solidFill>
                  <a:srgbClr val="397786"/>
                </a:solidFill>
                <a:latin typeface="Tahoma"/>
                <a:ea typeface="Tahoma"/>
                <a:cs typeface="Tahoma"/>
              </a:defRPr>
            </a:lvl1pPr>
            <a:lvl2pPr>
              <a:defRPr sz="1275" b="0">
                <a:solidFill>
                  <a:srgbClr val="397786"/>
                </a:solidFill>
                <a:latin typeface="Tahoma"/>
                <a:ea typeface="Tahoma"/>
                <a:cs typeface="Tahoma"/>
              </a:defRPr>
            </a:lvl2pPr>
            <a:lvl3pPr>
              <a:defRPr sz="1275" b="0">
                <a:solidFill>
                  <a:srgbClr val="397786"/>
                </a:solidFill>
                <a:latin typeface="Tahoma"/>
                <a:ea typeface="Tahoma"/>
                <a:cs typeface="Tahoma"/>
              </a:defRPr>
            </a:lvl3pPr>
            <a:lvl4pPr>
              <a:defRPr sz="1275" b="0">
                <a:solidFill>
                  <a:srgbClr val="397786"/>
                </a:solidFill>
                <a:latin typeface="Tahoma"/>
                <a:ea typeface="Tahoma"/>
                <a:cs typeface="Tahoma"/>
              </a:defRPr>
            </a:lvl4pPr>
            <a:lvl5pPr>
              <a:defRPr sz="1275" b="0">
                <a:solidFill>
                  <a:srgbClr val="397786"/>
                </a:solidFill>
                <a:latin typeface="Tahoma"/>
                <a:ea typeface="Tahoma"/>
                <a:cs typeface="Tahoma"/>
              </a:defRPr>
            </a:lvl5pPr>
            <a:lvl6pPr>
              <a:defRPr sz="1275" b="0">
                <a:solidFill>
                  <a:srgbClr val="397786"/>
                </a:solidFill>
                <a:latin typeface="Tahoma"/>
                <a:ea typeface="Tahoma"/>
                <a:cs typeface="Tahoma"/>
              </a:defRPr>
            </a:lvl6pPr>
            <a:lvl7pPr>
              <a:defRPr sz="1275" b="0">
                <a:solidFill>
                  <a:srgbClr val="397786"/>
                </a:solidFill>
                <a:latin typeface="Tahoma"/>
                <a:ea typeface="Tahoma"/>
                <a:cs typeface="Tahoma"/>
              </a:defRPr>
            </a:lvl7pPr>
            <a:lvl8pPr>
              <a:defRPr sz="1275" b="0">
                <a:solidFill>
                  <a:srgbClr val="397786"/>
                </a:solidFill>
                <a:latin typeface="Tahoma"/>
                <a:ea typeface="Tahoma"/>
                <a:cs typeface="Tahoma"/>
              </a:defRPr>
            </a:lvl8pPr>
            <a:lvl9pPr>
              <a:defRPr sz="1275" b="0">
                <a:solidFill>
                  <a:srgbClr val="3977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3977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397786"/>
                </a:solidFill>
                <a:latin typeface="Tahoma"/>
                <a:ea typeface="Tahoma"/>
                <a:cs typeface="Tahoma"/>
              </a:rPr>
              <a:t>ค้นจากดัชนีของบอทที่เลือก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AF6B8-3A6A-4485-A8A2-BEBFC730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02  ตอบคำถาม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C20D27-ACB1-4EA1-A682-32254DEA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9575"/>
            <a:ext cx="1905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FF9F7"/>
          </a:solidFill>
          <a:ln xmlns:a="http://schemas.openxmlformats.org/drawingml/2006/main" w="12383">
            <a:solidFill>
              <a:srgbClr val="C3DDE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7BEF2F-A5F4-41FB-BA6B-2666EAE9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FF8F71-5F85-4F22-93E3-6A543A59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348"/>
                </a:solidFill>
                <a:latin typeface="Tahoma"/>
                <a:ea typeface="Tahoma"/>
                <a:cs typeface="Tahoma"/>
              </a:rPr>
              <a:t>รับคำถาม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5446BA-B1D6-4BBF-B8FA-75DB6437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ใช้บริบทคำถามล่าสุด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735EF7-297D-45FE-BE15-D6E4BDD2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6482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AEA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44F208-2FE4-4BFA-BDFB-492AE9C2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19575"/>
            <a:ext cx="1905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FF9F7"/>
          </a:solidFill>
          <a:ln xmlns:a="http://schemas.openxmlformats.org/drawingml/2006/main" w="12383">
            <a:solidFill>
              <a:srgbClr val="C3DDE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B7911D-897C-45C1-90A9-3C0D9314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957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6E61B4-299B-47B4-97FD-083A583D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434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348"/>
                </a:solidFill>
                <a:latin typeface="Tahoma"/>
                <a:ea typeface="Tahoma"/>
                <a:cs typeface="Tahoma"/>
              </a:rPr>
              <a:t>ค้นข้อมูล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24B24E-21CC-465B-A1FC-8A38A7ED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339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ข้อความที่เกี่ยวข้อง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00EC05-4CA7-4B02-8B49-ACC2B172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482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AEA3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7238B6-B4E1-4CD7-BCFD-640B2442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1905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FF9F7"/>
          </a:solidFill>
          <a:ln xmlns:a="http://schemas.openxmlformats.org/drawingml/2006/main" w="12383">
            <a:solidFill>
              <a:srgbClr val="C3DDE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7E15F9-107D-4B63-BDDA-A6053542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957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A83061-4B99-4BAC-AA55-A137F2B5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434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348"/>
                </a:solidFill>
                <a:latin typeface="Tahoma"/>
                <a:ea typeface="Tahoma"/>
                <a:cs typeface="Tahoma"/>
              </a:rPr>
              <a:t>จัดอันดับ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4F9963-34AC-4E6D-84FB-4DCC87C8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339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Semantic reranking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CFF757-1E83-40FF-AD5B-E358429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482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AEA3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0FF9C7-55A1-4B77-8F41-D1C338AC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9575"/>
            <a:ext cx="1905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FF9F7"/>
          </a:solidFill>
          <a:ln xmlns:a="http://schemas.openxmlformats.org/drawingml/2006/main" w="12383">
            <a:solidFill>
              <a:srgbClr val="C3DDE4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517B1F-007C-4D9A-9C56-C894641E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957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0C276F-1269-44BA-910B-D93B0952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434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348"/>
                </a:solidFill>
                <a:latin typeface="Tahoma"/>
                <a:ea typeface="Tahoma"/>
                <a:cs typeface="Tahoma"/>
              </a:rPr>
              <a:t>สร้างคำตอบ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DF3D3C-C3B1-4C23-BF56-B8EE39B3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339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Ollama + หลักฐาน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9E8F51-6F03-4BBB-989E-23448F77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482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AEA3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508F5B-78DE-464D-99E1-C0BAD394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9575"/>
            <a:ext cx="1905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FF9F7"/>
          </a:solidFill>
          <a:ln xmlns:a="http://schemas.openxmlformats.org/drawingml/2006/main" w="12383">
            <a:solidFill>
              <a:srgbClr val="C3DDE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FC894D-7425-445C-9B8D-A982F672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957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056B26-1349-4AFE-9C9A-6F530876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434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348"/>
                </a:solidFill>
                <a:latin typeface="Tahoma"/>
                <a:ea typeface="Tahoma"/>
                <a:cs typeface="Tahoma"/>
              </a:rPr>
              <a:t>ตรวจหลักฐาน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8B2946-99B8-4A4A-B91C-1B52E130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339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คำตอบและ citation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278398-317A-40DB-B067-A3781485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248275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EA3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4AD355-2D36-435E-AFE5-94EEEBAF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00675"/>
            <a:ext cx="2209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EA3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B97E3E-78D0-4BD7-AA38-780F643B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00675"/>
            <a:ext cx="1714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6AEA3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285BAC-E16C-437D-9AF8-C9303E88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400675"/>
            <a:ext cx="1714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6AEA3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5E10A5-B3FE-441F-B6CE-8360D927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2450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หลักฐานรองรับ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C91FDD-60A4-4B4E-B4A9-8C53DBA0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8007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defPPr>
            <a:lvl1pPr>
              <a:defRPr sz="1575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1pPr>
            <a:lvl2pPr>
              <a:defRPr sz="1575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2pPr>
            <a:lvl3pPr>
              <a:defRPr sz="1575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3pPr>
            <a:lvl4pPr>
              <a:defRPr sz="1575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4pPr>
            <a:lvl5pPr>
              <a:defRPr sz="1575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5pPr>
            <a:lvl6pPr>
              <a:defRPr sz="1575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6pPr>
            <a:lvl7pPr>
              <a:defRPr sz="1575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7pPr>
            <a:lvl8pPr>
              <a:defRPr sz="1575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8pPr>
            <a:lvl9pPr>
              <a:defRPr sz="1575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83348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83348"/>
                </a:solidFill>
                <a:latin typeface="Tahoma"/>
                <a:ea typeface="Tahoma"/>
                <a:cs typeface="Tahoma"/>
              </a:rPr>
              <a:t>ส่งคำตอบพร้อมอ้างอิง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097E53C-C802-4954-B5F5-9696C2E7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AC6830"/>
                </a:solidFill>
                <a:latin typeface="Tahoma"/>
                <a:ea typeface="Tahoma"/>
                <a:cs typeface="Tahoma"/>
              </a:defRPr>
            </a:defPPr>
            <a:lvl1pPr>
              <a:defRPr sz="1275" b="1">
                <a:solidFill>
                  <a:srgbClr val="AC6830"/>
                </a:solidFill>
                <a:latin typeface="Tahoma"/>
                <a:ea typeface="Tahoma"/>
                <a:cs typeface="Tahoma"/>
              </a:defRPr>
            </a:lvl1pPr>
            <a:lvl2pPr>
              <a:defRPr sz="1275" b="1">
                <a:solidFill>
                  <a:srgbClr val="AC6830"/>
                </a:solidFill>
                <a:latin typeface="Tahoma"/>
                <a:ea typeface="Tahoma"/>
                <a:cs typeface="Tahoma"/>
              </a:defRPr>
            </a:lvl2pPr>
            <a:lvl3pPr>
              <a:defRPr sz="1275" b="1">
                <a:solidFill>
                  <a:srgbClr val="AC6830"/>
                </a:solidFill>
                <a:latin typeface="Tahoma"/>
                <a:ea typeface="Tahoma"/>
                <a:cs typeface="Tahoma"/>
              </a:defRPr>
            </a:lvl3pPr>
            <a:lvl4pPr>
              <a:defRPr sz="1275" b="1">
                <a:solidFill>
                  <a:srgbClr val="AC6830"/>
                </a:solidFill>
                <a:latin typeface="Tahoma"/>
                <a:ea typeface="Tahoma"/>
                <a:cs typeface="Tahoma"/>
              </a:defRPr>
            </a:lvl4pPr>
            <a:lvl5pPr>
              <a:defRPr sz="1275" b="1">
                <a:solidFill>
                  <a:srgbClr val="AC6830"/>
                </a:solidFill>
                <a:latin typeface="Tahoma"/>
                <a:ea typeface="Tahoma"/>
                <a:cs typeface="Tahoma"/>
              </a:defRPr>
            </a:lvl5pPr>
            <a:lvl6pPr>
              <a:defRPr sz="1275" b="1">
                <a:solidFill>
                  <a:srgbClr val="AC6830"/>
                </a:solidFill>
                <a:latin typeface="Tahoma"/>
                <a:ea typeface="Tahoma"/>
                <a:cs typeface="Tahoma"/>
              </a:defRPr>
            </a:lvl6pPr>
            <a:lvl7pPr>
              <a:defRPr sz="1275" b="1">
                <a:solidFill>
                  <a:srgbClr val="AC6830"/>
                </a:solidFill>
                <a:latin typeface="Tahoma"/>
                <a:ea typeface="Tahoma"/>
                <a:cs typeface="Tahoma"/>
              </a:defRPr>
            </a:lvl7pPr>
            <a:lvl8pPr>
              <a:defRPr sz="1275" b="1">
                <a:solidFill>
                  <a:srgbClr val="AC6830"/>
                </a:solidFill>
                <a:latin typeface="Tahoma"/>
                <a:ea typeface="Tahoma"/>
                <a:cs typeface="Tahoma"/>
              </a:defRPr>
            </a:lvl8pPr>
            <a:lvl9pPr>
              <a:defRPr sz="1275" b="1">
                <a:solidFill>
                  <a:srgbClr val="AC6830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C6830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AC6830"/>
                </a:solidFill>
                <a:latin typeface="Tahoma"/>
                <a:ea typeface="Tahoma"/>
                <a:cs typeface="Tahoma"/>
              </a:rPr>
              <a:t>หลักฐานไม่เพียงพอ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7068ED-85C2-46DA-8A41-C4188838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007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754A2D"/>
                </a:solidFill>
                <a:latin typeface="Tahoma"/>
                <a:ea typeface="Tahoma"/>
                <a:cs typeface="Tahoma"/>
              </a:defRPr>
            </a:defPPr>
            <a:lvl1pPr>
              <a:defRPr sz="1425" b="1">
                <a:solidFill>
                  <a:srgbClr val="754A2D"/>
                </a:solidFill>
                <a:latin typeface="Tahoma"/>
                <a:ea typeface="Tahoma"/>
                <a:cs typeface="Tahoma"/>
              </a:defRPr>
            </a:lvl1pPr>
            <a:lvl2pPr>
              <a:defRPr sz="1425" b="1">
                <a:solidFill>
                  <a:srgbClr val="754A2D"/>
                </a:solidFill>
                <a:latin typeface="Tahoma"/>
                <a:ea typeface="Tahoma"/>
                <a:cs typeface="Tahoma"/>
              </a:defRPr>
            </a:lvl2pPr>
            <a:lvl3pPr>
              <a:defRPr sz="1425" b="1">
                <a:solidFill>
                  <a:srgbClr val="754A2D"/>
                </a:solidFill>
                <a:latin typeface="Tahoma"/>
                <a:ea typeface="Tahoma"/>
                <a:cs typeface="Tahoma"/>
              </a:defRPr>
            </a:lvl3pPr>
            <a:lvl4pPr>
              <a:defRPr sz="1425" b="1">
                <a:solidFill>
                  <a:srgbClr val="754A2D"/>
                </a:solidFill>
                <a:latin typeface="Tahoma"/>
                <a:ea typeface="Tahoma"/>
                <a:cs typeface="Tahoma"/>
              </a:defRPr>
            </a:lvl4pPr>
            <a:lvl5pPr>
              <a:defRPr sz="1425" b="1">
                <a:solidFill>
                  <a:srgbClr val="754A2D"/>
                </a:solidFill>
                <a:latin typeface="Tahoma"/>
                <a:ea typeface="Tahoma"/>
                <a:cs typeface="Tahoma"/>
              </a:defRPr>
            </a:lvl5pPr>
            <a:lvl6pPr>
              <a:defRPr sz="1425" b="1">
                <a:solidFill>
                  <a:srgbClr val="754A2D"/>
                </a:solidFill>
                <a:latin typeface="Tahoma"/>
                <a:ea typeface="Tahoma"/>
                <a:cs typeface="Tahoma"/>
              </a:defRPr>
            </a:lvl6pPr>
            <a:lvl7pPr>
              <a:defRPr sz="1425" b="1">
                <a:solidFill>
                  <a:srgbClr val="754A2D"/>
                </a:solidFill>
                <a:latin typeface="Tahoma"/>
                <a:ea typeface="Tahoma"/>
                <a:cs typeface="Tahoma"/>
              </a:defRPr>
            </a:lvl7pPr>
            <a:lvl8pPr>
              <a:defRPr sz="1425" b="1">
                <a:solidFill>
                  <a:srgbClr val="754A2D"/>
                </a:solidFill>
                <a:latin typeface="Tahoma"/>
                <a:ea typeface="Tahoma"/>
                <a:cs typeface="Tahoma"/>
              </a:defRPr>
            </a:lvl8pPr>
            <a:lvl9pPr>
              <a:defRPr sz="1425" b="1">
                <a:solidFill>
                  <a:srgbClr val="754A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754A2D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754A2D"/>
                </a:solidFill>
                <a:latin typeface="Tahoma"/>
                <a:ea typeface="Tahoma"/>
                <a:cs typeface="Tahoma"/>
              </a:rPr>
              <a:t>แจ้งว่าไม่พบข้อมูลรองรับ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4E5C2D-9C83-4DE6-8034-B3D6D48A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ขั้นเตรียมความรู้ทำเมื่อเพิ่มหรือปรับเอกสาร ส่วนขั้นตอบคำถามทำในแต่ละรอบสนทนา</a:t>
            </a:r>
          </a:p>
        </p:txBody>
      </p:sp>
    </p:spTree>
    <p:extLst>
      <p:ext uri="{BB962C8B-B14F-4D97-AF65-F5344CB8AC3E}">
        <p14:creationId xmlns:p14="http://schemas.microsoft.com/office/powerpoint/2010/main" val="13092844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2026-10-29T11:13:14.4410000Z</dcterms:created>
  <dcterms:modified xsi:type="dcterms:W3CDTF">2026-10-29T11:13:14.4410000Z</dcterms:modified>
</coreProperties>
</file>
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15b3fd2aa048d4" /><Relationship Type="http://schemas.openxmlformats.org/officeDocument/2006/relationships/extended-properties" Target="/docProps/app.xml" Id="R0d5c4d059ddf4ad2" /><Relationship Type="http://schemas.openxmlformats.org/officeDocument/2006/relationships/officeDocument" Target="/ppt/presentation.xml" Id="R85ff7469e4fd47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baed46c24a4121"/>
  </p:sldMasterIdLst>
  <p:notesMasterIdLst>
    <p:notesMasterId xmlns:r="http://schemas.openxmlformats.org/officeDocument/2006/relationships" r:id="R9d612e2993a74943"/>
  </p:notesMasterIdLst>
  <p:sldIdLst>
    <p:sldId xmlns:r="http://schemas.openxmlformats.org/officeDocument/2006/relationships" id="256" r:id="Re601a92c88dd4c01"/>
    <p:sldId xmlns:r="http://schemas.openxmlformats.org/officeDocument/2006/relationships" id="257" r:id="Rbe01e47865594396"/>
    <p:sldId xmlns:r="http://schemas.openxmlformats.org/officeDocument/2006/relationships" id="258" r:id="Rf47dd44910c945b5"/>
    <p:sldId xmlns:r="http://schemas.openxmlformats.org/officeDocument/2006/relationships" id="259" r:id="R4412011e1f8e4ee1"/>
    <p:sldId xmlns:r="http://schemas.openxmlformats.org/officeDocument/2006/relationships" id="260" r:id="Rfd0b95ec8c464217"/>
    <p:sldId xmlns:r="http://schemas.openxmlformats.org/officeDocument/2006/relationships" id="261" r:id="R6da3974293a84dd7"/>
    <p:sldId xmlns:r="http://schemas.openxmlformats.org/officeDocument/2006/relationships" id="262" r:id="R2776ed05e0ec4dc5"/>
    <p:sldId xmlns:r="http://schemas.openxmlformats.org/officeDocument/2006/relationships" id="263" r:id="R7fcee4e5ad3048a0"/>
    <p:sldId xmlns:r="http://schemas.openxmlformats.org/officeDocument/2006/relationships" id="264" r:id="R4f9f4ca1b4e84f78"/>
    <p:sldId xmlns:r="http://schemas.openxmlformats.org/officeDocument/2006/relationships" id="265" r:id="R9d4771e522ec461e"/>
    <p:sldId xmlns:r="http://schemas.openxmlformats.org/officeDocument/2006/relationships" id="266" r:id="Rf9d82c2579f44e16"/>
    <p:sldId xmlns:r="http://schemas.openxmlformats.org/officeDocument/2006/relationships" id="267" r:id="Rb5d062e39d2143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97406d70294386" /><Relationship Type="http://schemas.openxmlformats.org/officeDocument/2006/relationships/slideMaster" Target="/ppt/slideMasters/slideMaster1.xml" Id="Re2baed46c24a4121" /><Relationship Type="http://schemas.openxmlformats.org/officeDocument/2006/relationships/notesMaster" Target="/ppt/notesMasters/notesMaster1.xml" Id="R9d612e2993a74943" /><Relationship Type="http://schemas.openxmlformats.org/officeDocument/2006/relationships/presProps" Target="/ppt/presProps.xml" Id="R5cec78ca08f1465c" /><Relationship Type="http://schemas.openxmlformats.org/officeDocument/2006/relationships/tableStyles" Target="/ppt/tableStyles.xml" Id="R250464958c034244" /><Relationship Type="http://schemas.openxmlformats.org/officeDocument/2006/relationships/slide" Target="/ppt/slides/slide1.xml" Id="Re601a92c88dd4c01" /><Relationship Type="http://schemas.openxmlformats.org/officeDocument/2006/relationships/slide" Target="/ppt/slides/slide2.xml" Id="Rbe01e47865594396" /><Relationship Type="http://schemas.openxmlformats.org/officeDocument/2006/relationships/slide" Target="/ppt/slides/slide3.xml" Id="Rf47dd44910c945b5" /><Relationship Type="http://schemas.openxmlformats.org/officeDocument/2006/relationships/slide" Target="/ppt/slides/slide4.xml" Id="R4412011e1f8e4ee1" /><Relationship Type="http://schemas.openxmlformats.org/officeDocument/2006/relationships/slide" Target="/ppt/slides/slide5.xml" Id="Rfd0b95ec8c464217" /><Relationship Type="http://schemas.openxmlformats.org/officeDocument/2006/relationships/slide" Target="/ppt/slides/slide6.xml" Id="R6da3974293a84dd7" /><Relationship Type="http://schemas.openxmlformats.org/officeDocument/2006/relationships/slide" Target="/ppt/slides/slide7.xml" Id="R2776ed05e0ec4dc5" /><Relationship Type="http://schemas.openxmlformats.org/officeDocument/2006/relationships/slide" Target="/ppt/slides/slide8.xml" Id="R7fcee4e5ad3048a0" /><Relationship Type="http://schemas.openxmlformats.org/officeDocument/2006/relationships/slide" Target="/ppt/slides/slide9.xml" Id="R4f9f4ca1b4e84f78" /><Relationship Type="http://schemas.openxmlformats.org/officeDocument/2006/relationships/slide" Target="/ppt/slides/slide10.xml" Id="R9d4771e522ec461e" /><Relationship Type="http://schemas.openxmlformats.org/officeDocument/2006/relationships/slide" Target="/ppt/slides/slide11.xml" Id="Rf9d82c2579f44e16" /><Relationship Type="http://schemas.openxmlformats.org/officeDocument/2006/relationships/slide" Target="/ppt/slides/slide12.xml" Id="Rb5d062e39d2143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144a8eaa4d44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9ed2a10b064b1e" /><Relationship Type="http://schemas.openxmlformats.org/officeDocument/2006/relationships/notesMaster" Target="/ppt/notesMasters/notesMaster1.xml" Id="R3328c892a93743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fcff4dda9f4788" /><Relationship Type="http://schemas.openxmlformats.org/officeDocument/2006/relationships/notesMaster" Target="/ppt/notesMasters/notesMaster1.xml" Id="R84d9d7a6de1349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d6d12776524cab" /><Relationship Type="http://schemas.openxmlformats.org/officeDocument/2006/relationships/notesMaster" Target="/ppt/notesMasters/notesMaster1.xml" Id="Rbe56238c686142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a29206b68e4422" /><Relationship Type="http://schemas.openxmlformats.org/officeDocument/2006/relationships/notesMaster" Target="/ppt/notesMasters/notesMaster1.xml" Id="Rabf74286170041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d685e2bd8f4c95" /><Relationship Type="http://schemas.openxmlformats.org/officeDocument/2006/relationships/notesMaster" Target="/ppt/notesMasters/notesMaster1.xml" Id="R2667dbf3f28d45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d7577183724f00" /><Relationship Type="http://schemas.openxmlformats.org/officeDocument/2006/relationships/notesMaster" Target="/ppt/notesMasters/notesMaster1.xml" Id="R9aa57dd3b18645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c96eca8838477f" /><Relationship Type="http://schemas.openxmlformats.org/officeDocument/2006/relationships/notesMaster" Target="/ppt/notesMasters/notesMaster1.xml" Id="R42f134db569b42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1944d1342648b3" /><Relationship Type="http://schemas.openxmlformats.org/officeDocument/2006/relationships/notesMaster" Target="/ppt/notesMasters/notesMaster1.xml" Id="R3ed16df96b6747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291224f061451a" /><Relationship Type="http://schemas.openxmlformats.org/officeDocument/2006/relationships/notesMaster" Target="/ppt/notesMasters/notesMaster1.xml" Id="R24906587d8cf44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d40de31a8d4144" /><Relationship Type="http://schemas.openxmlformats.org/officeDocument/2006/relationships/notesMaster" Target="/ppt/notesMasters/notesMaster1.xml" Id="Re9cfd5a527894c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e9c449065142a5" /><Relationship Type="http://schemas.openxmlformats.org/officeDocument/2006/relationships/notesMaster" Target="/ppt/notesMasters/notesMaster1.xml" Id="R90159a7253384e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ca1174154a46b2" /><Relationship Type="http://schemas.openxmlformats.org/officeDocument/2006/relationships/notesMaster" Target="/ppt/notesMasters/notesMaster1.xml" Id="R17f75d917e0c44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5665efb9a34c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ba2ac83d864a8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0f2176e88e45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91aa23a17a4a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ef4d1c4417437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0fd1c3726c4a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3F0D3D-ED00-42C5-946D-63DD9642CE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71CEA64-5F8D-4434-8204-1A3EDCCEAC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650B111-946D-46B8-9FF7-A090B03371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24569A-5094-44BB-A7FF-E7EABF72B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18201ED-5575-4BF3-AD15-5696899BC2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2B25CE-CBCB-44E1-83B4-3479D3F6E4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450E0E-3F7F-400F-A5AC-CDA8AD3AF5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5603C0-E07B-45AD-9521-FF2AC9754C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B2FF20-62E8-44FC-8850-21F01851A1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C42E6C-24F8-41D8-8316-5DB40F2A65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078738a74d4d83" /><Relationship Type="http://schemas.openxmlformats.org/officeDocument/2006/relationships/slideLayout" Target="/ppt/slideLayouts/slideLayout1.xml" Id="Rfffe28aa73134fe6" /><Relationship Type="http://schemas.openxmlformats.org/officeDocument/2006/relationships/slideLayout" Target="/ppt/slideLayouts/slideLayout2.xml" Id="Rb9529f12f58c424d" /><Relationship Type="http://schemas.openxmlformats.org/officeDocument/2006/relationships/slideLayout" Target="/ppt/slideLayouts/slideLayout3.xml" Id="Rac2db9c2c6b34f20" /><Relationship Type="http://schemas.openxmlformats.org/officeDocument/2006/relationships/slideLayout" Target="/ppt/slideLayouts/slideLayout4.xml" Id="Rd82f89e9b64d4079" /><Relationship Type="http://schemas.openxmlformats.org/officeDocument/2006/relationships/slideLayout" Target="/ppt/slideLayouts/slideLayout5.xml" Id="R5a17b6f0d8334495" /><Relationship Type="http://schemas.openxmlformats.org/officeDocument/2006/relationships/slideLayout" Target="/ppt/slideLayouts/slideLayout6.xml" Id="R6ba86db4c1274c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fe28aa73134fe6"/>
    <p:sldLayoutId xmlns:r="http://schemas.openxmlformats.org/officeDocument/2006/relationships" id="2147483650" r:id="Rb9529f12f58c424d"/>
    <p:sldLayoutId xmlns:r="http://schemas.openxmlformats.org/officeDocument/2006/relationships" id="2147483651" r:id="Rac2db9c2c6b34f20"/>
    <p:sldLayoutId xmlns:r="http://schemas.openxmlformats.org/officeDocument/2006/relationships" id="2147483652" r:id="Rd82f89e9b64d4079"/>
    <p:sldLayoutId xmlns:r="http://schemas.openxmlformats.org/officeDocument/2006/relationships" id="2147483653" r:id="R5a17b6f0d8334495"/>
    <p:sldLayoutId xmlns:r="http://schemas.openxmlformats.org/officeDocument/2006/relationships" id="2147483654" r:id="R6ba86db4c1274c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a1b10bda524c80" /><Relationship Type="http://schemas.openxmlformats.org/officeDocument/2006/relationships/notesSlide" Target="/ppt/notesSlides/notesSlide1.xml" Id="Rc7c65ea7a67f46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2057b44604478e" /><Relationship Type="http://schemas.openxmlformats.org/officeDocument/2006/relationships/notesSlide" Target="/ppt/notesSlides/notesSlide2.xml" Id="Rae82f9777f2c4c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52c19d03364a23" /><Relationship Type="http://schemas.openxmlformats.org/officeDocument/2006/relationships/notesSlide" Target="/ppt/notesSlides/notesSlide3.xml" Id="R1ff8cd447d7a4f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69c453442e4ffa" /><Relationship Type="http://schemas.openxmlformats.org/officeDocument/2006/relationships/notesSlide" Target="/ppt/notesSlides/notesSlide4.xml" Id="Rc095c7397d5348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668c7de3434dbc" /><Relationship Type="http://schemas.openxmlformats.org/officeDocument/2006/relationships/notesSlide" Target="/ppt/notesSlides/notesSlide5.xml" Id="R4d99ba20b3d948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0cc0c24b514e59" /><Relationship Type="http://schemas.openxmlformats.org/officeDocument/2006/relationships/notesSlide" Target="/ppt/notesSlides/notesSlide6.xml" Id="R01e9cfe8400d4f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dd6254af58401b" /><Relationship Type="http://schemas.openxmlformats.org/officeDocument/2006/relationships/notesSlide" Target="/ppt/notesSlides/notesSlide7.xml" Id="Rb5ac74201d344c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6ccd8fc5cb4910" /><Relationship Type="http://schemas.openxmlformats.org/officeDocument/2006/relationships/notesSlide" Target="/ppt/notesSlides/notesSlide8.xml" Id="R453894956bca4e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d1884605bd474a" /><Relationship Type="http://schemas.openxmlformats.org/officeDocument/2006/relationships/notesSlide" Target="/ppt/notesSlides/notesSlide9.xml" Id="Rec9d43b852e94f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00aeed0afe41c9" /><Relationship Type="http://schemas.openxmlformats.org/officeDocument/2006/relationships/notesSlide" Target="/ppt/notesSlides/notesSlide10.xml" Id="R2eaf4a3203534f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c9f34e56f64736" /><Relationship Type="http://schemas.openxmlformats.org/officeDocument/2006/relationships/notesSlide" Target="/ppt/notesSlides/notesSlide11.xml" Id="R482855867bf84c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437b63baff4e20" /><Relationship Type="http://schemas.openxmlformats.org/officeDocument/2006/relationships/notesSlide" Target="/ppt/notesSlides/notesSlide12.xml" Id="R4623b338418e41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96228-43DF-4076-BD4F-C87C092B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95"/>
                </a:solidFill>
              </a:defRPr>
            </a:defPPr>
            <a:lvl1pPr>
              <a:defRPr sz="1200" b="1">
                <a:solidFill>
                  <a:srgbClr val="087E95"/>
                </a:solidFill>
              </a:defRPr>
            </a:lvl1pPr>
            <a:lvl2pPr>
              <a:defRPr sz="1200" b="1">
                <a:solidFill>
                  <a:srgbClr val="087E95"/>
                </a:solidFill>
              </a:defRPr>
            </a:lvl2pPr>
            <a:lvl3pPr>
              <a:defRPr sz="1200" b="1">
                <a:solidFill>
                  <a:srgbClr val="087E95"/>
                </a:solidFill>
              </a:defRPr>
            </a:lvl3pPr>
            <a:lvl4pPr>
              <a:defRPr sz="1200" b="1">
                <a:solidFill>
                  <a:srgbClr val="087E95"/>
                </a:solidFill>
              </a:defRPr>
            </a:lvl4pPr>
            <a:lvl5pPr>
              <a:defRPr sz="1200" b="1">
                <a:solidFill>
                  <a:srgbClr val="087E95"/>
                </a:solidFill>
              </a:defRPr>
            </a:lvl5pPr>
            <a:lvl6pPr>
              <a:defRPr sz="1200" b="1">
                <a:solidFill>
                  <a:srgbClr val="087E95"/>
                </a:solidFill>
              </a:defRPr>
            </a:lvl6pPr>
            <a:lvl7pPr>
              <a:defRPr sz="1200" b="1">
                <a:solidFill>
                  <a:srgbClr val="087E95"/>
                </a:solidFill>
              </a:defRPr>
            </a:lvl7pPr>
            <a:lvl8pPr>
              <a:defRPr sz="1200" b="1">
                <a:solidFill>
                  <a:srgbClr val="087E95"/>
                </a:solidFill>
              </a:defRPr>
            </a:lvl8pPr>
            <a:lvl9pPr>
              <a:defRPr sz="1200" b="1">
                <a:solidFill>
                  <a:srgbClr val="087E95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95"/>
                </a:solidFill>
              </a:defRPr>
            </a:pPr>
            <a:r>
              <a:rPr sz="1200" b="1">
                <a:solidFill>
                  <a:srgbClr val="087E95"/>
                </a:solidFill>
              </a:rPr>
              <a:t>SCOPEBOT   / 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74509-0381-4CF1-9CC1-41E6E5E9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142B42"/>
                </a:solidFill>
              </a:defRPr>
            </a:defPPr>
            <a:lvl1pPr>
              <a:defRPr sz="4050" b="1">
                <a:solidFill>
                  <a:srgbClr val="142B42"/>
                </a:solidFill>
              </a:defRPr>
            </a:lvl1pPr>
            <a:lvl2pPr>
              <a:defRPr sz="4050" b="1">
                <a:solidFill>
                  <a:srgbClr val="142B42"/>
                </a:solidFill>
              </a:defRPr>
            </a:lvl2pPr>
            <a:lvl3pPr>
              <a:defRPr sz="4050" b="1">
                <a:solidFill>
                  <a:srgbClr val="142B42"/>
                </a:solidFill>
              </a:defRPr>
            </a:lvl3pPr>
            <a:lvl4pPr>
              <a:defRPr sz="4050" b="1">
                <a:solidFill>
                  <a:srgbClr val="142B42"/>
                </a:solidFill>
              </a:defRPr>
            </a:lvl4pPr>
            <a:lvl5pPr>
              <a:defRPr sz="4050" b="1">
                <a:solidFill>
                  <a:srgbClr val="142B42"/>
                </a:solidFill>
              </a:defRPr>
            </a:lvl5pPr>
            <a:lvl6pPr>
              <a:defRPr sz="4050" b="1">
                <a:solidFill>
                  <a:srgbClr val="142B42"/>
                </a:solidFill>
              </a:defRPr>
            </a:lvl6pPr>
            <a:lvl7pPr>
              <a:defRPr sz="4050" b="1">
                <a:solidFill>
                  <a:srgbClr val="142B42"/>
                </a:solidFill>
              </a:defRPr>
            </a:lvl7pPr>
            <a:lvl8pPr>
              <a:defRPr sz="4050" b="1">
                <a:solidFill>
                  <a:srgbClr val="142B42"/>
                </a:solidFill>
              </a:defRPr>
            </a:lvl8pPr>
            <a:lvl9pPr>
              <a:defRPr sz="4050" b="1">
                <a:solidFill>
                  <a:srgbClr val="142B42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42B42"/>
                </a:solidFill>
              </a:defRPr>
            </a:pPr>
            <a:r>
              <a:rPr sz="4050" b="1">
                <a:solidFill>
                  <a:srgbClr val="142B42"/>
                </a:solidFill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922C9-2B89-47DE-8B3B-C9600071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6191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94255"/>
                </a:solidFill>
              </a:defRPr>
            </a:defPPr>
            <a:lvl1pPr>
              <a:defRPr sz="1875" b="0">
                <a:solidFill>
                  <a:srgbClr val="294255"/>
                </a:solidFill>
              </a:defRPr>
            </a:lvl1pPr>
            <a:lvl2pPr>
              <a:defRPr sz="1875" b="0">
                <a:solidFill>
                  <a:srgbClr val="294255"/>
                </a:solidFill>
              </a:defRPr>
            </a:lvl2pPr>
            <a:lvl3pPr>
              <a:defRPr sz="1875" b="0">
                <a:solidFill>
                  <a:srgbClr val="294255"/>
                </a:solidFill>
              </a:defRPr>
            </a:lvl3pPr>
            <a:lvl4pPr>
              <a:defRPr sz="1875" b="0">
                <a:solidFill>
                  <a:srgbClr val="294255"/>
                </a:solidFill>
              </a:defRPr>
            </a:lvl4pPr>
            <a:lvl5pPr>
              <a:defRPr sz="1875" b="0">
                <a:solidFill>
                  <a:srgbClr val="294255"/>
                </a:solidFill>
              </a:defRPr>
            </a:lvl5pPr>
            <a:lvl6pPr>
              <a:defRPr sz="1875" b="0">
                <a:solidFill>
                  <a:srgbClr val="294255"/>
                </a:solidFill>
              </a:defRPr>
            </a:lvl6pPr>
            <a:lvl7pPr>
              <a:defRPr sz="1875" b="0">
                <a:solidFill>
                  <a:srgbClr val="294255"/>
                </a:solidFill>
              </a:defRPr>
            </a:lvl7pPr>
            <a:lvl8pPr>
              <a:defRPr sz="1875" b="0">
                <a:solidFill>
                  <a:srgbClr val="294255"/>
                </a:solidFill>
              </a:defRPr>
            </a:lvl8pPr>
            <a:lvl9pPr>
              <a:defRPr sz="1875" b="0">
                <a:solidFill>
                  <a:srgbClr val="29425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ระบบแชตบอตสำหรับองค์กร</a:t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ภาพรวมระบบและการสาธิต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26062-80CF-4223-BD5F-D0A08093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905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9525">
            <a:solidFill>
              <a:srgbClr val="B8D5DD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38616B"/>
                </a:solidFill>
              </a:defRPr>
            </a:defPPr>
            <a:lvl1pPr>
              <a:defRPr sz="1650">
                <a:solidFill>
                  <a:srgbClr val="38616B"/>
                </a:solidFill>
              </a:defRPr>
            </a:lvl1pPr>
            <a:lvl2pPr>
              <a:defRPr sz="1650">
                <a:solidFill>
                  <a:srgbClr val="38616B"/>
                </a:solidFill>
              </a:defRPr>
            </a:lvl2pPr>
            <a:lvl3pPr>
              <a:defRPr sz="1650">
                <a:solidFill>
                  <a:srgbClr val="38616B"/>
                </a:solidFill>
              </a:defRPr>
            </a:lvl3pPr>
            <a:lvl4pPr>
              <a:defRPr sz="1650">
                <a:solidFill>
                  <a:srgbClr val="38616B"/>
                </a:solidFill>
              </a:defRPr>
            </a:lvl4pPr>
            <a:lvl5pPr>
              <a:defRPr sz="1650">
                <a:solidFill>
                  <a:srgbClr val="38616B"/>
                </a:solidFill>
              </a:defRPr>
            </a:lvl5pPr>
            <a:lvl6pPr>
              <a:defRPr sz="1650">
                <a:solidFill>
                  <a:srgbClr val="38616B"/>
                </a:solidFill>
              </a:defRPr>
            </a:lvl6pPr>
            <a:lvl7pPr>
              <a:defRPr sz="1650">
                <a:solidFill>
                  <a:srgbClr val="38616B"/>
                </a:solidFill>
              </a:defRPr>
            </a:lvl7pPr>
            <a:lvl8pPr>
              <a:defRPr sz="1650">
                <a:solidFill>
                  <a:srgbClr val="38616B"/>
                </a:solidFill>
              </a:defRPr>
            </a:lvl8pPr>
            <a:lvl9pPr>
              <a:defRPr sz="1650">
                <a:solidFill>
                  <a:srgbClr val="38616B"/>
                </a:solidFill>
              </a:defRPr>
            </a:lvl9pPr>
          </a:lstStyle>
          <a:p xmlns:a="http://schemas.openxmlformats.org/drawingml/2006/main">
            <a:pPr>
              <a:defRPr sz="1650">
                <a:solidFill>
                  <a:srgbClr val="38616B"/>
                </a:solidFill>
              </a:defRPr>
            </a:pPr>
            <a:r>
              <a:rPr sz="1650">
                <a:solidFill>
                  <a:srgbClr val="38616B"/>
                </a:solidFill>
              </a:rPr>
              <a:t>พื้นที่สำหรับภาพ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38616B"/>
                </a:solidFill>
              </a:defRPr>
            </a:pPr>
            <a:r>
              <a:rPr sz="1650">
                <a:solidFill>
                  <a:srgbClr val="38616B"/>
                </a:solidFill>
              </a:rPr>
              <a:t>ภาพโลโก้ ScopeBot หรือภาพหน้าจอหลัก</a:t>
            </a:r>
          </a:p>
        </p:txBody>
      </p:sp>
    </p:spTree>
    <p:extLst>
      <p:ext uri="{BB962C8B-B14F-4D97-AF65-F5344CB8AC3E}">
        <p14:creationId xmlns:p14="http://schemas.microsoft.com/office/powerpoint/2010/main" val="11567899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A5380-25AA-4948-99BC-FCD8555E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95"/>
                </a:solidFill>
              </a:defRPr>
            </a:defPPr>
            <a:lvl1pPr>
              <a:defRPr sz="1200" b="1">
                <a:solidFill>
                  <a:srgbClr val="087E95"/>
                </a:solidFill>
              </a:defRPr>
            </a:lvl1pPr>
            <a:lvl2pPr>
              <a:defRPr sz="1200" b="1">
                <a:solidFill>
                  <a:srgbClr val="087E95"/>
                </a:solidFill>
              </a:defRPr>
            </a:lvl2pPr>
            <a:lvl3pPr>
              <a:defRPr sz="1200" b="1">
                <a:solidFill>
                  <a:srgbClr val="087E95"/>
                </a:solidFill>
              </a:defRPr>
            </a:lvl3pPr>
            <a:lvl4pPr>
              <a:defRPr sz="1200" b="1">
                <a:solidFill>
                  <a:srgbClr val="087E95"/>
                </a:solidFill>
              </a:defRPr>
            </a:lvl4pPr>
            <a:lvl5pPr>
              <a:defRPr sz="1200" b="1">
                <a:solidFill>
                  <a:srgbClr val="087E95"/>
                </a:solidFill>
              </a:defRPr>
            </a:lvl5pPr>
            <a:lvl6pPr>
              <a:defRPr sz="1200" b="1">
                <a:solidFill>
                  <a:srgbClr val="087E95"/>
                </a:solidFill>
              </a:defRPr>
            </a:lvl6pPr>
            <a:lvl7pPr>
              <a:defRPr sz="1200" b="1">
                <a:solidFill>
                  <a:srgbClr val="087E95"/>
                </a:solidFill>
              </a:defRPr>
            </a:lvl7pPr>
            <a:lvl8pPr>
              <a:defRPr sz="1200" b="1">
                <a:solidFill>
                  <a:srgbClr val="087E95"/>
                </a:solidFill>
              </a:defRPr>
            </a:lvl8pPr>
            <a:lvl9pPr>
              <a:defRPr sz="1200" b="1">
                <a:solidFill>
                  <a:srgbClr val="087E95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95"/>
                </a:solidFill>
              </a:defRPr>
            </a:pPr>
            <a:r>
              <a:rPr sz="1200" b="1">
                <a:solidFill>
                  <a:srgbClr val="087E95"/>
                </a:solidFill>
              </a:rPr>
              <a:t>SCOPEBOT   / 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28FE5-4E33-4A86-9157-B11CBA45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B42"/>
                </a:solidFill>
              </a:defRPr>
            </a:defPPr>
            <a:lvl1pPr>
              <a:defRPr sz="3000" b="1">
                <a:solidFill>
                  <a:srgbClr val="142B42"/>
                </a:solidFill>
              </a:defRPr>
            </a:lvl1pPr>
            <a:lvl2pPr>
              <a:defRPr sz="3000" b="1">
                <a:solidFill>
                  <a:srgbClr val="142B42"/>
                </a:solidFill>
              </a:defRPr>
            </a:lvl2pPr>
            <a:lvl3pPr>
              <a:defRPr sz="3000" b="1">
                <a:solidFill>
                  <a:srgbClr val="142B42"/>
                </a:solidFill>
              </a:defRPr>
            </a:lvl3pPr>
            <a:lvl4pPr>
              <a:defRPr sz="3000" b="1">
                <a:solidFill>
                  <a:srgbClr val="142B42"/>
                </a:solidFill>
              </a:defRPr>
            </a:lvl4pPr>
            <a:lvl5pPr>
              <a:defRPr sz="3000" b="1">
                <a:solidFill>
                  <a:srgbClr val="142B42"/>
                </a:solidFill>
              </a:defRPr>
            </a:lvl5pPr>
            <a:lvl6pPr>
              <a:defRPr sz="3000" b="1">
                <a:solidFill>
                  <a:srgbClr val="142B42"/>
                </a:solidFill>
              </a:defRPr>
            </a:lvl6pPr>
            <a:lvl7pPr>
              <a:defRPr sz="3000" b="1">
                <a:solidFill>
                  <a:srgbClr val="142B42"/>
                </a:solidFill>
              </a:defRPr>
            </a:lvl7pPr>
            <a:lvl8pPr>
              <a:defRPr sz="3000" b="1">
                <a:solidFill>
                  <a:srgbClr val="142B42"/>
                </a:solidFill>
              </a:defRPr>
            </a:lvl8pPr>
            <a:lvl9pPr>
              <a:defRPr sz="3000" b="1">
                <a:solidFill>
                  <a:srgbClr val="142B42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B42"/>
                </a:solidFill>
              </a:defRPr>
            </a:pPr>
            <a:r>
              <a:rPr sz="3000" b="1">
                <a:solidFill>
                  <a:srgbClr val="142B42"/>
                </a:solidFill>
              </a:rPr>
              <a:t>ปัญหาและเป้าหมาย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5A3A6-C91B-45F8-BC3B-2A53C408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6191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94255"/>
                </a:solidFill>
              </a:defRPr>
            </a:defPPr>
            <a:lvl1pPr>
              <a:defRPr sz="1875" b="0">
                <a:solidFill>
                  <a:srgbClr val="294255"/>
                </a:solidFill>
              </a:defRPr>
            </a:lvl1pPr>
            <a:lvl2pPr>
              <a:defRPr sz="1875" b="0">
                <a:solidFill>
                  <a:srgbClr val="294255"/>
                </a:solidFill>
              </a:defRPr>
            </a:lvl2pPr>
            <a:lvl3pPr>
              <a:defRPr sz="1875" b="0">
                <a:solidFill>
                  <a:srgbClr val="294255"/>
                </a:solidFill>
              </a:defRPr>
            </a:lvl3pPr>
            <a:lvl4pPr>
              <a:defRPr sz="1875" b="0">
                <a:solidFill>
                  <a:srgbClr val="294255"/>
                </a:solidFill>
              </a:defRPr>
            </a:lvl4pPr>
            <a:lvl5pPr>
              <a:defRPr sz="1875" b="0">
                <a:solidFill>
                  <a:srgbClr val="294255"/>
                </a:solidFill>
              </a:defRPr>
            </a:lvl5pPr>
            <a:lvl6pPr>
              <a:defRPr sz="1875" b="0">
                <a:solidFill>
                  <a:srgbClr val="294255"/>
                </a:solidFill>
              </a:defRPr>
            </a:lvl6pPr>
            <a:lvl7pPr>
              <a:defRPr sz="1875" b="0">
                <a:solidFill>
                  <a:srgbClr val="294255"/>
                </a:solidFill>
              </a:defRPr>
            </a:lvl7pPr>
            <a:lvl8pPr>
              <a:defRPr sz="1875" b="0">
                <a:solidFill>
                  <a:srgbClr val="294255"/>
                </a:solidFill>
              </a:defRPr>
            </a:lvl8pPr>
            <a:lvl9pPr>
              <a:defRPr sz="1875" b="0">
                <a:solidFill>
                  <a:srgbClr val="29425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ข้อมูลกระจายอยู่ในหลายเอกสาร ทำให้ค้นหาคำตอบใช้เวลา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ScopeBot ช่วยค้นข้อมูลเพื่อตอบคำถาม และส่งต่อให้เจ้าหน้าที่เมื่อจำเป็น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FFB61-5133-4257-9096-9EAEC0C4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905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9525">
            <a:solidFill>
              <a:srgbClr val="B8D5DD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38616B"/>
                </a:solidFill>
              </a:defRPr>
            </a:defPPr>
            <a:lvl1pPr>
              <a:defRPr sz="1650">
                <a:solidFill>
                  <a:srgbClr val="38616B"/>
                </a:solidFill>
              </a:defRPr>
            </a:lvl1pPr>
            <a:lvl2pPr>
              <a:defRPr sz="1650">
                <a:solidFill>
                  <a:srgbClr val="38616B"/>
                </a:solidFill>
              </a:defRPr>
            </a:lvl2pPr>
            <a:lvl3pPr>
              <a:defRPr sz="1650">
                <a:solidFill>
                  <a:srgbClr val="38616B"/>
                </a:solidFill>
              </a:defRPr>
            </a:lvl3pPr>
            <a:lvl4pPr>
              <a:defRPr sz="1650">
                <a:solidFill>
                  <a:srgbClr val="38616B"/>
                </a:solidFill>
              </a:defRPr>
            </a:lvl4pPr>
            <a:lvl5pPr>
              <a:defRPr sz="1650">
                <a:solidFill>
                  <a:srgbClr val="38616B"/>
                </a:solidFill>
              </a:defRPr>
            </a:lvl5pPr>
            <a:lvl6pPr>
              <a:defRPr sz="1650">
                <a:solidFill>
                  <a:srgbClr val="38616B"/>
                </a:solidFill>
              </a:defRPr>
            </a:lvl6pPr>
            <a:lvl7pPr>
              <a:defRPr sz="1650">
                <a:solidFill>
                  <a:srgbClr val="38616B"/>
                </a:solidFill>
              </a:defRPr>
            </a:lvl7pPr>
            <a:lvl8pPr>
              <a:defRPr sz="1650">
                <a:solidFill>
                  <a:srgbClr val="38616B"/>
                </a:solidFill>
              </a:defRPr>
            </a:lvl8pPr>
            <a:lvl9pPr>
              <a:defRPr sz="1650">
                <a:solidFill>
                  <a:srgbClr val="38616B"/>
                </a:solidFill>
              </a:defRPr>
            </a:lvl9pPr>
          </a:lstStyle>
          <a:p xmlns:a="http://schemas.openxmlformats.org/drawingml/2006/main">
            <a:pPr>
              <a:defRPr sz="1650">
                <a:solidFill>
                  <a:srgbClr val="38616B"/>
                </a:solidFill>
              </a:defRPr>
            </a:pPr>
            <a:r>
              <a:rPr sz="1650">
                <a:solidFill>
                  <a:srgbClr val="38616B"/>
                </a:solidFill>
              </a:rPr>
              <a:t>พื้นที่สำหรับภาพ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38616B"/>
                </a:solidFill>
              </a:defRPr>
            </a:pPr>
            <a:r>
              <a:rPr sz="1650">
                <a:solidFill>
                  <a:srgbClr val="38616B"/>
                </a:solidFill>
              </a:rPr>
              <a:t>ภาพตัวอย่างเอกสารหลายแหล่ง หรือภาพปัญหาการค้นข้อมูล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9704083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46CE9-3D37-4C20-9334-B168D247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95"/>
                </a:solidFill>
              </a:defRPr>
            </a:defPPr>
            <a:lvl1pPr>
              <a:defRPr sz="1200" b="1">
                <a:solidFill>
                  <a:srgbClr val="087E95"/>
                </a:solidFill>
              </a:defRPr>
            </a:lvl1pPr>
            <a:lvl2pPr>
              <a:defRPr sz="1200" b="1">
                <a:solidFill>
                  <a:srgbClr val="087E95"/>
                </a:solidFill>
              </a:defRPr>
            </a:lvl2pPr>
            <a:lvl3pPr>
              <a:defRPr sz="1200" b="1">
                <a:solidFill>
                  <a:srgbClr val="087E95"/>
                </a:solidFill>
              </a:defRPr>
            </a:lvl3pPr>
            <a:lvl4pPr>
              <a:defRPr sz="1200" b="1">
                <a:solidFill>
                  <a:srgbClr val="087E95"/>
                </a:solidFill>
              </a:defRPr>
            </a:lvl4pPr>
            <a:lvl5pPr>
              <a:defRPr sz="1200" b="1">
                <a:solidFill>
                  <a:srgbClr val="087E95"/>
                </a:solidFill>
              </a:defRPr>
            </a:lvl5pPr>
            <a:lvl6pPr>
              <a:defRPr sz="1200" b="1">
                <a:solidFill>
                  <a:srgbClr val="087E95"/>
                </a:solidFill>
              </a:defRPr>
            </a:lvl6pPr>
            <a:lvl7pPr>
              <a:defRPr sz="1200" b="1">
                <a:solidFill>
                  <a:srgbClr val="087E95"/>
                </a:solidFill>
              </a:defRPr>
            </a:lvl7pPr>
            <a:lvl8pPr>
              <a:defRPr sz="1200" b="1">
                <a:solidFill>
                  <a:srgbClr val="087E95"/>
                </a:solidFill>
              </a:defRPr>
            </a:lvl8pPr>
            <a:lvl9pPr>
              <a:defRPr sz="1200" b="1">
                <a:solidFill>
                  <a:srgbClr val="087E95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95"/>
                </a:solidFill>
              </a:defRPr>
            </a:pPr>
            <a:r>
              <a:rPr sz="1200" b="1">
                <a:solidFill>
                  <a:srgbClr val="087E95"/>
                </a:solidFill>
              </a:rPr>
              <a:t>SCOPEBOT   / 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B6746-67D9-4756-80CB-1D54BD21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B42"/>
                </a:solidFill>
              </a:defRPr>
            </a:defPPr>
            <a:lvl1pPr>
              <a:defRPr sz="3000" b="1">
                <a:solidFill>
                  <a:srgbClr val="142B42"/>
                </a:solidFill>
              </a:defRPr>
            </a:lvl1pPr>
            <a:lvl2pPr>
              <a:defRPr sz="3000" b="1">
                <a:solidFill>
                  <a:srgbClr val="142B42"/>
                </a:solidFill>
              </a:defRPr>
            </a:lvl2pPr>
            <a:lvl3pPr>
              <a:defRPr sz="3000" b="1">
                <a:solidFill>
                  <a:srgbClr val="142B42"/>
                </a:solidFill>
              </a:defRPr>
            </a:lvl3pPr>
            <a:lvl4pPr>
              <a:defRPr sz="3000" b="1">
                <a:solidFill>
                  <a:srgbClr val="142B42"/>
                </a:solidFill>
              </a:defRPr>
            </a:lvl4pPr>
            <a:lvl5pPr>
              <a:defRPr sz="3000" b="1">
                <a:solidFill>
                  <a:srgbClr val="142B42"/>
                </a:solidFill>
              </a:defRPr>
            </a:lvl5pPr>
            <a:lvl6pPr>
              <a:defRPr sz="3000" b="1">
                <a:solidFill>
                  <a:srgbClr val="142B42"/>
                </a:solidFill>
              </a:defRPr>
            </a:lvl6pPr>
            <a:lvl7pPr>
              <a:defRPr sz="3000" b="1">
                <a:solidFill>
                  <a:srgbClr val="142B42"/>
                </a:solidFill>
              </a:defRPr>
            </a:lvl7pPr>
            <a:lvl8pPr>
              <a:defRPr sz="3000" b="1">
                <a:solidFill>
                  <a:srgbClr val="142B42"/>
                </a:solidFill>
              </a:defRPr>
            </a:lvl8pPr>
            <a:lvl9pPr>
              <a:defRPr sz="3000" b="1">
                <a:solidFill>
                  <a:srgbClr val="142B42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B42"/>
                </a:solidFill>
              </a:defRPr>
            </a:pPr>
            <a:r>
              <a:rPr sz="3000" b="1">
                <a:solidFill>
                  <a:srgbClr val="142B42"/>
                </a:solidFill>
              </a:rPr>
              <a:t>ขอบเขตระบบ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15969-2005-4186-9EE9-14208249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6191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94255"/>
                </a:solidFill>
              </a:defRPr>
            </a:defPPr>
            <a:lvl1pPr>
              <a:defRPr sz="1875" b="0">
                <a:solidFill>
                  <a:srgbClr val="294255"/>
                </a:solidFill>
              </a:defRPr>
            </a:lvl1pPr>
            <a:lvl2pPr>
              <a:defRPr sz="1875" b="0">
                <a:solidFill>
                  <a:srgbClr val="294255"/>
                </a:solidFill>
              </a:defRPr>
            </a:lvl2pPr>
            <a:lvl3pPr>
              <a:defRPr sz="1875" b="0">
                <a:solidFill>
                  <a:srgbClr val="294255"/>
                </a:solidFill>
              </a:defRPr>
            </a:lvl3pPr>
            <a:lvl4pPr>
              <a:defRPr sz="1875" b="0">
                <a:solidFill>
                  <a:srgbClr val="294255"/>
                </a:solidFill>
              </a:defRPr>
            </a:lvl4pPr>
            <a:lvl5pPr>
              <a:defRPr sz="1875" b="0">
                <a:solidFill>
                  <a:srgbClr val="294255"/>
                </a:solidFill>
              </a:defRPr>
            </a:lvl5pPr>
            <a:lvl6pPr>
              <a:defRPr sz="1875" b="0">
                <a:solidFill>
                  <a:srgbClr val="294255"/>
                </a:solidFill>
              </a:defRPr>
            </a:lvl6pPr>
            <a:lvl7pPr>
              <a:defRPr sz="1875" b="0">
                <a:solidFill>
                  <a:srgbClr val="294255"/>
                </a:solidFill>
              </a:defRPr>
            </a:lvl7pPr>
            <a:lvl8pPr>
              <a:defRPr sz="1875" b="0">
                <a:solidFill>
                  <a:srgbClr val="294255"/>
                </a:solidFill>
              </a:defRPr>
            </a:lvl8pPr>
            <a:lvl9pPr>
              <a:defRPr sz="1875" b="0">
                <a:solidFill>
                  <a:srgbClr val="29425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จัดการบอทหลายตัวและเอกสารความรู้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ตอบคำถามผ่านเว็บและ 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ส่งต่อการสนทนาให้เจ้าของบอท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1CA48-569A-4E26-A21A-CC2C3281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905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9525">
            <a:solidFill>
              <a:srgbClr val="B8D5DD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38616B"/>
                </a:solidFill>
              </a:defRPr>
            </a:defPPr>
            <a:lvl1pPr>
              <a:defRPr sz="1650">
                <a:solidFill>
                  <a:srgbClr val="38616B"/>
                </a:solidFill>
              </a:defRPr>
            </a:lvl1pPr>
            <a:lvl2pPr>
              <a:defRPr sz="1650">
                <a:solidFill>
                  <a:srgbClr val="38616B"/>
                </a:solidFill>
              </a:defRPr>
            </a:lvl2pPr>
            <a:lvl3pPr>
              <a:defRPr sz="1650">
                <a:solidFill>
                  <a:srgbClr val="38616B"/>
                </a:solidFill>
              </a:defRPr>
            </a:lvl3pPr>
            <a:lvl4pPr>
              <a:defRPr sz="1650">
                <a:solidFill>
                  <a:srgbClr val="38616B"/>
                </a:solidFill>
              </a:defRPr>
            </a:lvl4pPr>
            <a:lvl5pPr>
              <a:defRPr sz="1650">
                <a:solidFill>
                  <a:srgbClr val="38616B"/>
                </a:solidFill>
              </a:defRPr>
            </a:lvl5pPr>
            <a:lvl6pPr>
              <a:defRPr sz="1650">
                <a:solidFill>
                  <a:srgbClr val="38616B"/>
                </a:solidFill>
              </a:defRPr>
            </a:lvl6pPr>
            <a:lvl7pPr>
              <a:defRPr sz="1650">
                <a:solidFill>
                  <a:srgbClr val="38616B"/>
                </a:solidFill>
              </a:defRPr>
            </a:lvl7pPr>
            <a:lvl8pPr>
              <a:defRPr sz="1650">
                <a:solidFill>
                  <a:srgbClr val="38616B"/>
                </a:solidFill>
              </a:defRPr>
            </a:lvl8pPr>
            <a:lvl9pPr>
              <a:defRPr sz="1650">
                <a:solidFill>
                  <a:srgbClr val="38616B"/>
                </a:solidFill>
              </a:defRPr>
            </a:lvl9pPr>
          </a:lstStyle>
          <a:p xmlns:a="http://schemas.openxmlformats.org/drawingml/2006/main">
            <a:pPr>
              <a:defRPr sz="1650">
                <a:solidFill>
                  <a:srgbClr val="38616B"/>
                </a:solidFill>
              </a:defRPr>
            </a:pPr>
            <a:r>
              <a:rPr sz="1650">
                <a:solidFill>
                  <a:srgbClr val="38616B"/>
                </a:solidFill>
              </a:rPr>
              <a:t>พื้นที่สำหรับภาพ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38616B"/>
                </a:solidFill>
              </a:defRPr>
            </a:pPr>
            <a:r>
              <a:rPr sz="1650">
                <a:solidFill>
                  <a:srgbClr val="38616B"/>
                </a:solidFill>
              </a:rPr>
              <a:t>ภาพหน้าจอรายการบอทและคลังเอกสาร</a:t>
            </a:r>
          </a:p>
        </p:txBody>
      </p:sp>
    </p:spTree>
    <p:extLst>
      <p:ext uri="{BB962C8B-B14F-4D97-AF65-F5344CB8AC3E}">
        <p14:creationId xmlns:p14="http://schemas.microsoft.com/office/powerpoint/2010/main" val="20788119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49759-6F28-4733-B351-09A779B4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95"/>
                </a:solidFill>
              </a:defRPr>
            </a:defPPr>
            <a:lvl1pPr>
              <a:defRPr sz="1200" b="1">
                <a:solidFill>
                  <a:srgbClr val="087E95"/>
                </a:solidFill>
              </a:defRPr>
            </a:lvl1pPr>
            <a:lvl2pPr>
              <a:defRPr sz="1200" b="1">
                <a:solidFill>
                  <a:srgbClr val="087E95"/>
                </a:solidFill>
              </a:defRPr>
            </a:lvl2pPr>
            <a:lvl3pPr>
              <a:defRPr sz="1200" b="1">
                <a:solidFill>
                  <a:srgbClr val="087E95"/>
                </a:solidFill>
              </a:defRPr>
            </a:lvl3pPr>
            <a:lvl4pPr>
              <a:defRPr sz="1200" b="1">
                <a:solidFill>
                  <a:srgbClr val="087E95"/>
                </a:solidFill>
              </a:defRPr>
            </a:lvl4pPr>
            <a:lvl5pPr>
              <a:defRPr sz="1200" b="1">
                <a:solidFill>
                  <a:srgbClr val="087E95"/>
                </a:solidFill>
              </a:defRPr>
            </a:lvl5pPr>
            <a:lvl6pPr>
              <a:defRPr sz="1200" b="1">
                <a:solidFill>
                  <a:srgbClr val="087E95"/>
                </a:solidFill>
              </a:defRPr>
            </a:lvl6pPr>
            <a:lvl7pPr>
              <a:defRPr sz="1200" b="1">
                <a:solidFill>
                  <a:srgbClr val="087E95"/>
                </a:solidFill>
              </a:defRPr>
            </a:lvl7pPr>
            <a:lvl8pPr>
              <a:defRPr sz="1200" b="1">
                <a:solidFill>
                  <a:srgbClr val="087E95"/>
                </a:solidFill>
              </a:defRPr>
            </a:lvl8pPr>
            <a:lvl9pPr>
              <a:defRPr sz="1200" b="1">
                <a:solidFill>
                  <a:srgbClr val="087E95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95"/>
                </a:solidFill>
              </a:defRPr>
            </a:pPr>
            <a:r>
              <a:rPr sz="1200" b="1">
                <a:solidFill>
                  <a:srgbClr val="087E95"/>
                </a:solidFill>
              </a:rPr>
              <a:t>SCOPEBOT   / 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9ED97-3586-4832-AAC0-A72F7F98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B42"/>
                </a:solidFill>
              </a:defRPr>
            </a:defPPr>
            <a:lvl1pPr>
              <a:defRPr sz="3000" b="1">
                <a:solidFill>
                  <a:srgbClr val="142B42"/>
                </a:solidFill>
              </a:defRPr>
            </a:lvl1pPr>
            <a:lvl2pPr>
              <a:defRPr sz="3000" b="1">
                <a:solidFill>
                  <a:srgbClr val="142B42"/>
                </a:solidFill>
              </a:defRPr>
            </a:lvl2pPr>
            <a:lvl3pPr>
              <a:defRPr sz="3000" b="1">
                <a:solidFill>
                  <a:srgbClr val="142B42"/>
                </a:solidFill>
              </a:defRPr>
            </a:lvl3pPr>
            <a:lvl4pPr>
              <a:defRPr sz="3000" b="1">
                <a:solidFill>
                  <a:srgbClr val="142B42"/>
                </a:solidFill>
              </a:defRPr>
            </a:lvl4pPr>
            <a:lvl5pPr>
              <a:defRPr sz="3000" b="1">
                <a:solidFill>
                  <a:srgbClr val="142B42"/>
                </a:solidFill>
              </a:defRPr>
            </a:lvl5pPr>
            <a:lvl6pPr>
              <a:defRPr sz="3000" b="1">
                <a:solidFill>
                  <a:srgbClr val="142B42"/>
                </a:solidFill>
              </a:defRPr>
            </a:lvl6pPr>
            <a:lvl7pPr>
              <a:defRPr sz="3000" b="1">
                <a:solidFill>
                  <a:srgbClr val="142B42"/>
                </a:solidFill>
              </a:defRPr>
            </a:lvl7pPr>
            <a:lvl8pPr>
              <a:defRPr sz="3000" b="1">
                <a:solidFill>
                  <a:srgbClr val="142B42"/>
                </a:solidFill>
              </a:defRPr>
            </a:lvl8pPr>
            <a:lvl9pPr>
              <a:defRPr sz="3000" b="1">
                <a:solidFill>
                  <a:srgbClr val="142B42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B42"/>
                </a:solidFill>
              </a:defRPr>
            </a:pPr>
            <a:r>
              <a:rPr sz="3000" b="1">
                <a:solidFill>
                  <a:srgbClr val="142B42"/>
                </a:solidFill>
              </a:rPr>
              <a:t>เส้นทางการใช้งาน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B8D0E-B498-45DB-824D-CDC84403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6191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94255"/>
                </a:solidFill>
              </a:defRPr>
            </a:defPPr>
            <a:lvl1pPr>
              <a:defRPr sz="1875" b="0">
                <a:solidFill>
                  <a:srgbClr val="294255"/>
                </a:solidFill>
              </a:defRPr>
            </a:lvl1pPr>
            <a:lvl2pPr>
              <a:defRPr sz="1875" b="0">
                <a:solidFill>
                  <a:srgbClr val="294255"/>
                </a:solidFill>
              </a:defRPr>
            </a:lvl2pPr>
            <a:lvl3pPr>
              <a:defRPr sz="1875" b="0">
                <a:solidFill>
                  <a:srgbClr val="294255"/>
                </a:solidFill>
              </a:defRPr>
            </a:lvl3pPr>
            <a:lvl4pPr>
              <a:defRPr sz="1875" b="0">
                <a:solidFill>
                  <a:srgbClr val="294255"/>
                </a:solidFill>
              </a:defRPr>
            </a:lvl4pPr>
            <a:lvl5pPr>
              <a:defRPr sz="1875" b="0">
                <a:solidFill>
                  <a:srgbClr val="294255"/>
                </a:solidFill>
              </a:defRPr>
            </a:lvl5pPr>
            <a:lvl6pPr>
              <a:defRPr sz="1875" b="0">
                <a:solidFill>
                  <a:srgbClr val="294255"/>
                </a:solidFill>
              </a:defRPr>
            </a:lvl6pPr>
            <a:lvl7pPr>
              <a:defRPr sz="1875" b="0">
                <a:solidFill>
                  <a:srgbClr val="294255"/>
                </a:solidFill>
              </a:defRPr>
            </a:lvl7pPr>
            <a:lvl8pPr>
              <a:defRPr sz="1875" b="0">
                <a:solidFill>
                  <a:srgbClr val="294255"/>
                </a:solidFill>
              </a:defRPr>
            </a:lvl8pPr>
            <a:lvl9pPr>
              <a:defRPr sz="1875" b="0">
                <a:solidFill>
                  <a:srgbClr val="29425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01  เจ้าของบอทเพิ่มเอกสารความรู้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02  ผู้ใช้ถามผ่านเว็บหรือ 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03  ระบบค้นข้อมูลและตอบ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04  ส่งต่อเจ้าหน้าที่เมื่อจำเป็น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6926B-427B-4750-B923-240DAC3E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905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9525">
            <a:solidFill>
              <a:srgbClr val="B8D5DD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38616B"/>
                </a:solidFill>
              </a:defRPr>
            </a:defPPr>
            <a:lvl1pPr>
              <a:defRPr sz="1650">
                <a:solidFill>
                  <a:srgbClr val="38616B"/>
                </a:solidFill>
              </a:defRPr>
            </a:lvl1pPr>
            <a:lvl2pPr>
              <a:defRPr sz="1650">
                <a:solidFill>
                  <a:srgbClr val="38616B"/>
                </a:solidFill>
              </a:defRPr>
            </a:lvl2pPr>
            <a:lvl3pPr>
              <a:defRPr sz="1650">
                <a:solidFill>
                  <a:srgbClr val="38616B"/>
                </a:solidFill>
              </a:defRPr>
            </a:lvl3pPr>
            <a:lvl4pPr>
              <a:defRPr sz="1650">
                <a:solidFill>
                  <a:srgbClr val="38616B"/>
                </a:solidFill>
              </a:defRPr>
            </a:lvl4pPr>
            <a:lvl5pPr>
              <a:defRPr sz="1650">
                <a:solidFill>
                  <a:srgbClr val="38616B"/>
                </a:solidFill>
              </a:defRPr>
            </a:lvl5pPr>
            <a:lvl6pPr>
              <a:defRPr sz="1650">
                <a:solidFill>
                  <a:srgbClr val="38616B"/>
                </a:solidFill>
              </a:defRPr>
            </a:lvl6pPr>
            <a:lvl7pPr>
              <a:defRPr sz="1650">
                <a:solidFill>
                  <a:srgbClr val="38616B"/>
                </a:solidFill>
              </a:defRPr>
            </a:lvl7pPr>
            <a:lvl8pPr>
              <a:defRPr sz="1650">
                <a:solidFill>
                  <a:srgbClr val="38616B"/>
                </a:solidFill>
              </a:defRPr>
            </a:lvl8pPr>
            <a:lvl9pPr>
              <a:defRPr sz="1650">
                <a:solidFill>
                  <a:srgbClr val="38616B"/>
                </a:solidFill>
              </a:defRPr>
            </a:lvl9pPr>
          </a:lstStyle>
          <a:p xmlns:a="http://schemas.openxmlformats.org/drawingml/2006/main">
            <a:pPr>
              <a:defRPr sz="1650">
                <a:solidFill>
                  <a:srgbClr val="38616B"/>
                </a:solidFill>
              </a:defRPr>
            </a:pPr>
            <a:r>
              <a:rPr sz="1650">
                <a:solidFill>
                  <a:srgbClr val="38616B"/>
                </a:solidFill>
              </a:rPr>
              <a:t>พื้นที่สำหรับภาพ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38616B"/>
                </a:solidFill>
              </a:defRPr>
            </a:pPr>
            <a:r>
              <a:rPr sz="1650">
                <a:solidFill>
                  <a:srgbClr val="38616B"/>
                </a:solidFill>
              </a:rPr>
              <a:t>ภาพลำดับการใช้งาน: เอกสาร → ผู้ใช้ → บอท → เจ้าหน้าที่</a:t>
            </a:r>
          </a:p>
        </p:txBody>
      </p:sp>
    </p:spTree>
    <p:extLst>
      <p:ext uri="{BB962C8B-B14F-4D97-AF65-F5344CB8AC3E}">
        <p14:creationId xmlns:p14="http://schemas.microsoft.com/office/powerpoint/2010/main" val="12033564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2F606-6A76-4AF2-934B-FB65B32C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95"/>
                </a:solidFill>
              </a:defRPr>
            </a:defPPr>
            <a:lvl1pPr>
              <a:defRPr sz="1200" b="1">
                <a:solidFill>
                  <a:srgbClr val="087E95"/>
                </a:solidFill>
              </a:defRPr>
            </a:lvl1pPr>
            <a:lvl2pPr>
              <a:defRPr sz="1200" b="1">
                <a:solidFill>
                  <a:srgbClr val="087E95"/>
                </a:solidFill>
              </a:defRPr>
            </a:lvl2pPr>
            <a:lvl3pPr>
              <a:defRPr sz="1200" b="1">
                <a:solidFill>
                  <a:srgbClr val="087E95"/>
                </a:solidFill>
              </a:defRPr>
            </a:lvl3pPr>
            <a:lvl4pPr>
              <a:defRPr sz="1200" b="1">
                <a:solidFill>
                  <a:srgbClr val="087E95"/>
                </a:solidFill>
              </a:defRPr>
            </a:lvl4pPr>
            <a:lvl5pPr>
              <a:defRPr sz="1200" b="1">
                <a:solidFill>
                  <a:srgbClr val="087E95"/>
                </a:solidFill>
              </a:defRPr>
            </a:lvl5pPr>
            <a:lvl6pPr>
              <a:defRPr sz="1200" b="1">
                <a:solidFill>
                  <a:srgbClr val="087E95"/>
                </a:solidFill>
              </a:defRPr>
            </a:lvl6pPr>
            <a:lvl7pPr>
              <a:defRPr sz="1200" b="1">
                <a:solidFill>
                  <a:srgbClr val="087E95"/>
                </a:solidFill>
              </a:defRPr>
            </a:lvl7pPr>
            <a:lvl8pPr>
              <a:defRPr sz="1200" b="1">
                <a:solidFill>
                  <a:srgbClr val="087E95"/>
                </a:solidFill>
              </a:defRPr>
            </a:lvl8pPr>
            <a:lvl9pPr>
              <a:defRPr sz="1200" b="1">
                <a:solidFill>
                  <a:srgbClr val="087E95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95"/>
                </a:solidFill>
              </a:defRPr>
            </a:pPr>
            <a:r>
              <a:rPr sz="1200" b="1">
                <a:solidFill>
                  <a:srgbClr val="087E95"/>
                </a:solidFill>
              </a:rPr>
              <a:t>SCOPEBOT   / 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FBCF5-97BE-4EF1-8560-BAA9C73E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B42"/>
                </a:solidFill>
              </a:defRPr>
            </a:defPPr>
            <a:lvl1pPr>
              <a:defRPr sz="3000" b="1">
                <a:solidFill>
                  <a:srgbClr val="142B42"/>
                </a:solidFill>
              </a:defRPr>
            </a:lvl1pPr>
            <a:lvl2pPr>
              <a:defRPr sz="3000" b="1">
                <a:solidFill>
                  <a:srgbClr val="142B42"/>
                </a:solidFill>
              </a:defRPr>
            </a:lvl2pPr>
            <a:lvl3pPr>
              <a:defRPr sz="3000" b="1">
                <a:solidFill>
                  <a:srgbClr val="142B42"/>
                </a:solidFill>
              </a:defRPr>
            </a:lvl3pPr>
            <a:lvl4pPr>
              <a:defRPr sz="3000" b="1">
                <a:solidFill>
                  <a:srgbClr val="142B42"/>
                </a:solidFill>
              </a:defRPr>
            </a:lvl4pPr>
            <a:lvl5pPr>
              <a:defRPr sz="3000" b="1">
                <a:solidFill>
                  <a:srgbClr val="142B42"/>
                </a:solidFill>
              </a:defRPr>
            </a:lvl5pPr>
            <a:lvl6pPr>
              <a:defRPr sz="3000" b="1">
                <a:solidFill>
                  <a:srgbClr val="142B42"/>
                </a:solidFill>
              </a:defRPr>
            </a:lvl6pPr>
            <a:lvl7pPr>
              <a:defRPr sz="3000" b="1">
                <a:solidFill>
                  <a:srgbClr val="142B42"/>
                </a:solidFill>
              </a:defRPr>
            </a:lvl7pPr>
            <a:lvl8pPr>
              <a:defRPr sz="3000" b="1">
                <a:solidFill>
                  <a:srgbClr val="142B42"/>
                </a:solidFill>
              </a:defRPr>
            </a:lvl8pPr>
            <a:lvl9pPr>
              <a:defRPr sz="3000" b="1">
                <a:solidFill>
                  <a:srgbClr val="142B42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B42"/>
                </a:solidFill>
              </a:defRPr>
            </a:pPr>
            <a:r>
              <a:rPr sz="3000" b="1">
                <a:solidFill>
                  <a:srgbClr val="142B42"/>
                </a:solidFill>
              </a:rPr>
              <a:t>ภาพรวมสถาปัตยกรรม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3E009-64D1-4B26-8DE9-A1C70099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6191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94255"/>
                </a:solidFill>
              </a:defRPr>
            </a:defPPr>
            <a:lvl1pPr>
              <a:defRPr sz="1875" b="0">
                <a:solidFill>
                  <a:srgbClr val="294255"/>
                </a:solidFill>
              </a:defRPr>
            </a:lvl1pPr>
            <a:lvl2pPr>
              <a:defRPr sz="1875" b="0">
                <a:solidFill>
                  <a:srgbClr val="294255"/>
                </a:solidFill>
              </a:defRPr>
            </a:lvl2pPr>
            <a:lvl3pPr>
              <a:defRPr sz="1875" b="0">
                <a:solidFill>
                  <a:srgbClr val="294255"/>
                </a:solidFill>
              </a:defRPr>
            </a:lvl3pPr>
            <a:lvl4pPr>
              <a:defRPr sz="1875" b="0">
                <a:solidFill>
                  <a:srgbClr val="294255"/>
                </a:solidFill>
              </a:defRPr>
            </a:lvl4pPr>
            <a:lvl5pPr>
              <a:defRPr sz="1875" b="0">
                <a:solidFill>
                  <a:srgbClr val="294255"/>
                </a:solidFill>
              </a:defRPr>
            </a:lvl5pPr>
            <a:lvl6pPr>
              <a:defRPr sz="1875" b="0">
                <a:solidFill>
                  <a:srgbClr val="294255"/>
                </a:solidFill>
              </a:defRPr>
            </a:lvl6pPr>
            <a:lvl7pPr>
              <a:defRPr sz="1875" b="0">
                <a:solidFill>
                  <a:srgbClr val="294255"/>
                </a:solidFill>
              </a:defRPr>
            </a:lvl7pPr>
            <a:lvl8pPr>
              <a:defRPr sz="1875" b="0">
                <a:solidFill>
                  <a:srgbClr val="294255"/>
                </a:solidFill>
              </a:defRPr>
            </a:lvl8pPr>
            <a:lvl9pPr>
              <a:defRPr sz="1875" b="0">
                <a:solidFill>
                  <a:srgbClr val="29425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Web / 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FastAPI ตรวจสิทธิ์และประมวลผลคำขอ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PostgreSQL เก็บข้อมูลระบบและประวัติ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RAG ค้นเอกสารใน ChromaDB และเรียก Ollama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51BF2-E337-4C60-AA1E-779F5237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905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9525">
            <a:solidFill>
              <a:srgbClr val="B8D5DD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38616B"/>
                </a:solidFill>
              </a:defRPr>
            </a:defPPr>
            <a:lvl1pPr>
              <a:defRPr sz="1650">
                <a:solidFill>
                  <a:srgbClr val="38616B"/>
                </a:solidFill>
              </a:defRPr>
            </a:lvl1pPr>
            <a:lvl2pPr>
              <a:defRPr sz="1650">
                <a:solidFill>
                  <a:srgbClr val="38616B"/>
                </a:solidFill>
              </a:defRPr>
            </a:lvl2pPr>
            <a:lvl3pPr>
              <a:defRPr sz="1650">
                <a:solidFill>
                  <a:srgbClr val="38616B"/>
                </a:solidFill>
              </a:defRPr>
            </a:lvl3pPr>
            <a:lvl4pPr>
              <a:defRPr sz="1650">
                <a:solidFill>
                  <a:srgbClr val="38616B"/>
                </a:solidFill>
              </a:defRPr>
            </a:lvl4pPr>
            <a:lvl5pPr>
              <a:defRPr sz="1650">
                <a:solidFill>
                  <a:srgbClr val="38616B"/>
                </a:solidFill>
              </a:defRPr>
            </a:lvl5pPr>
            <a:lvl6pPr>
              <a:defRPr sz="1650">
                <a:solidFill>
                  <a:srgbClr val="38616B"/>
                </a:solidFill>
              </a:defRPr>
            </a:lvl6pPr>
            <a:lvl7pPr>
              <a:defRPr sz="1650">
                <a:solidFill>
                  <a:srgbClr val="38616B"/>
                </a:solidFill>
              </a:defRPr>
            </a:lvl7pPr>
            <a:lvl8pPr>
              <a:defRPr sz="1650">
                <a:solidFill>
                  <a:srgbClr val="38616B"/>
                </a:solidFill>
              </a:defRPr>
            </a:lvl8pPr>
            <a:lvl9pPr>
              <a:defRPr sz="1650">
                <a:solidFill>
                  <a:srgbClr val="38616B"/>
                </a:solidFill>
              </a:defRPr>
            </a:lvl9pPr>
          </a:lstStyle>
          <a:p xmlns:a="http://schemas.openxmlformats.org/drawingml/2006/main">
            <a:pPr>
              <a:defRPr sz="1650">
                <a:solidFill>
                  <a:srgbClr val="38616B"/>
                </a:solidFill>
              </a:defRPr>
            </a:pPr>
            <a:r>
              <a:rPr sz="1650">
                <a:solidFill>
                  <a:srgbClr val="38616B"/>
                </a:solidFill>
              </a:rPr>
              <a:t>พื้นที่สำหรับภาพ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38616B"/>
                </a:solidFill>
              </a:defRPr>
            </a:pPr>
            <a:r>
              <a:rPr sz="1650">
                <a:solidFill>
                  <a:srgbClr val="38616B"/>
                </a:solidFill>
              </a:rPr>
              <a:t>แผนภาพสถาปัตยกรรมระบบจากโปรเจกต์</a:t>
            </a:r>
          </a:p>
        </p:txBody>
      </p:sp>
    </p:spTree>
    <p:extLst>
      <p:ext uri="{BB962C8B-B14F-4D97-AF65-F5344CB8AC3E}">
        <p14:creationId xmlns:p14="http://schemas.microsoft.com/office/powerpoint/2010/main" val="14797802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F1C09-0213-4491-813C-AAD23BD1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95"/>
                </a:solidFill>
              </a:defRPr>
            </a:defPPr>
            <a:lvl1pPr>
              <a:defRPr sz="1200" b="1">
                <a:solidFill>
                  <a:srgbClr val="087E95"/>
                </a:solidFill>
              </a:defRPr>
            </a:lvl1pPr>
            <a:lvl2pPr>
              <a:defRPr sz="1200" b="1">
                <a:solidFill>
                  <a:srgbClr val="087E95"/>
                </a:solidFill>
              </a:defRPr>
            </a:lvl2pPr>
            <a:lvl3pPr>
              <a:defRPr sz="1200" b="1">
                <a:solidFill>
                  <a:srgbClr val="087E95"/>
                </a:solidFill>
              </a:defRPr>
            </a:lvl3pPr>
            <a:lvl4pPr>
              <a:defRPr sz="1200" b="1">
                <a:solidFill>
                  <a:srgbClr val="087E95"/>
                </a:solidFill>
              </a:defRPr>
            </a:lvl4pPr>
            <a:lvl5pPr>
              <a:defRPr sz="1200" b="1">
                <a:solidFill>
                  <a:srgbClr val="087E95"/>
                </a:solidFill>
              </a:defRPr>
            </a:lvl5pPr>
            <a:lvl6pPr>
              <a:defRPr sz="1200" b="1">
                <a:solidFill>
                  <a:srgbClr val="087E95"/>
                </a:solidFill>
              </a:defRPr>
            </a:lvl6pPr>
            <a:lvl7pPr>
              <a:defRPr sz="1200" b="1">
                <a:solidFill>
                  <a:srgbClr val="087E95"/>
                </a:solidFill>
              </a:defRPr>
            </a:lvl7pPr>
            <a:lvl8pPr>
              <a:defRPr sz="1200" b="1">
                <a:solidFill>
                  <a:srgbClr val="087E95"/>
                </a:solidFill>
              </a:defRPr>
            </a:lvl8pPr>
            <a:lvl9pPr>
              <a:defRPr sz="1200" b="1">
                <a:solidFill>
                  <a:srgbClr val="087E95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95"/>
                </a:solidFill>
              </a:defRPr>
            </a:pPr>
            <a:r>
              <a:rPr sz="1200" b="1">
                <a:solidFill>
                  <a:srgbClr val="087E95"/>
                </a:solidFill>
              </a:rPr>
              <a:t>SCOPEBOT   / 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C16AB-01D2-4B29-BB73-7F1B49B7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B42"/>
                </a:solidFill>
              </a:defRPr>
            </a:defPPr>
            <a:lvl1pPr>
              <a:defRPr sz="3000" b="1">
                <a:solidFill>
                  <a:srgbClr val="142B42"/>
                </a:solidFill>
              </a:defRPr>
            </a:lvl1pPr>
            <a:lvl2pPr>
              <a:defRPr sz="3000" b="1">
                <a:solidFill>
                  <a:srgbClr val="142B42"/>
                </a:solidFill>
              </a:defRPr>
            </a:lvl2pPr>
            <a:lvl3pPr>
              <a:defRPr sz="3000" b="1">
                <a:solidFill>
                  <a:srgbClr val="142B42"/>
                </a:solidFill>
              </a:defRPr>
            </a:lvl3pPr>
            <a:lvl4pPr>
              <a:defRPr sz="3000" b="1">
                <a:solidFill>
                  <a:srgbClr val="142B42"/>
                </a:solidFill>
              </a:defRPr>
            </a:lvl4pPr>
            <a:lvl5pPr>
              <a:defRPr sz="3000" b="1">
                <a:solidFill>
                  <a:srgbClr val="142B42"/>
                </a:solidFill>
              </a:defRPr>
            </a:lvl5pPr>
            <a:lvl6pPr>
              <a:defRPr sz="3000" b="1">
                <a:solidFill>
                  <a:srgbClr val="142B42"/>
                </a:solidFill>
              </a:defRPr>
            </a:lvl6pPr>
            <a:lvl7pPr>
              <a:defRPr sz="3000" b="1">
                <a:solidFill>
                  <a:srgbClr val="142B42"/>
                </a:solidFill>
              </a:defRPr>
            </a:lvl7pPr>
            <a:lvl8pPr>
              <a:defRPr sz="3000" b="1">
                <a:solidFill>
                  <a:srgbClr val="142B42"/>
                </a:solidFill>
              </a:defRPr>
            </a:lvl8pPr>
            <a:lvl9pPr>
              <a:defRPr sz="3000" b="1">
                <a:solidFill>
                  <a:srgbClr val="142B42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B42"/>
                </a:solidFill>
              </a:defRPr>
            </a:pPr>
            <a:r>
              <a:rPr sz="3000" b="1">
                <a:solidFill>
                  <a:srgbClr val="142B42"/>
                </a:solidFill>
              </a:rPr>
              <a:t>RAG: จากเอกสารสู่คำตอบ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C87FA-FC03-41A2-A9F7-54DF70E5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6191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94255"/>
                </a:solidFill>
              </a:defRPr>
            </a:defPPr>
            <a:lvl1pPr>
              <a:defRPr sz="1875" b="0">
                <a:solidFill>
                  <a:srgbClr val="294255"/>
                </a:solidFill>
              </a:defRPr>
            </a:lvl1pPr>
            <a:lvl2pPr>
              <a:defRPr sz="1875" b="0">
                <a:solidFill>
                  <a:srgbClr val="294255"/>
                </a:solidFill>
              </a:defRPr>
            </a:lvl2pPr>
            <a:lvl3pPr>
              <a:defRPr sz="1875" b="0">
                <a:solidFill>
                  <a:srgbClr val="294255"/>
                </a:solidFill>
              </a:defRPr>
            </a:lvl3pPr>
            <a:lvl4pPr>
              <a:defRPr sz="1875" b="0">
                <a:solidFill>
                  <a:srgbClr val="294255"/>
                </a:solidFill>
              </a:defRPr>
            </a:lvl4pPr>
            <a:lvl5pPr>
              <a:defRPr sz="1875" b="0">
                <a:solidFill>
                  <a:srgbClr val="294255"/>
                </a:solidFill>
              </a:defRPr>
            </a:lvl5pPr>
            <a:lvl6pPr>
              <a:defRPr sz="1875" b="0">
                <a:solidFill>
                  <a:srgbClr val="294255"/>
                </a:solidFill>
              </a:defRPr>
            </a:lvl6pPr>
            <a:lvl7pPr>
              <a:defRPr sz="1875" b="0">
                <a:solidFill>
                  <a:srgbClr val="294255"/>
                </a:solidFill>
              </a:defRPr>
            </a:lvl7pPr>
            <a:lvl8pPr>
              <a:defRPr sz="1875" b="0">
                <a:solidFill>
                  <a:srgbClr val="294255"/>
                </a:solidFill>
              </a:defRPr>
            </a:lvl8pPr>
            <a:lvl9pPr>
              <a:defRPr sz="1875" b="0">
                <a:solidFill>
                  <a:srgbClr val="29425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เตรียมความรู้</a:t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อัปโหลดเอกสาร แบ่งข้อความ และจัดเก็บ embeddings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ตอบคำถาม</a:t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ค้นเนื้อหาที่เกี่ยวข้อง ส่งบริบทให้โมเดล และสร้างคำตอบ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RAG ใช้ข้อมูลที่ค้นพบเป็นบริบท ไม่ได้ฝึกโมเดลใหม่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125DA2-C7A2-4A7F-A407-71265420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905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9525">
            <a:solidFill>
              <a:srgbClr val="B8D5DD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38616B"/>
                </a:solidFill>
              </a:defRPr>
            </a:defPPr>
            <a:lvl1pPr>
              <a:defRPr sz="1650">
                <a:solidFill>
                  <a:srgbClr val="38616B"/>
                </a:solidFill>
              </a:defRPr>
            </a:lvl1pPr>
            <a:lvl2pPr>
              <a:defRPr sz="1650">
                <a:solidFill>
                  <a:srgbClr val="38616B"/>
                </a:solidFill>
              </a:defRPr>
            </a:lvl2pPr>
            <a:lvl3pPr>
              <a:defRPr sz="1650">
                <a:solidFill>
                  <a:srgbClr val="38616B"/>
                </a:solidFill>
              </a:defRPr>
            </a:lvl3pPr>
            <a:lvl4pPr>
              <a:defRPr sz="1650">
                <a:solidFill>
                  <a:srgbClr val="38616B"/>
                </a:solidFill>
              </a:defRPr>
            </a:lvl4pPr>
            <a:lvl5pPr>
              <a:defRPr sz="1650">
                <a:solidFill>
                  <a:srgbClr val="38616B"/>
                </a:solidFill>
              </a:defRPr>
            </a:lvl5pPr>
            <a:lvl6pPr>
              <a:defRPr sz="1650">
                <a:solidFill>
                  <a:srgbClr val="38616B"/>
                </a:solidFill>
              </a:defRPr>
            </a:lvl6pPr>
            <a:lvl7pPr>
              <a:defRPr sz="1650">
                <a:solidFill>
                  <a:srgbClr val="38616B"/>
                </a:solidFill>
              </a:defRPr>
            </a:lvl7pPr>
            <a:lvl8pPr>
              <a:defRPr sz="1650">
                <a:solidFill>
                  <a:srgbClr val="38616B"/>
                </a:solidFill>
              </a:defRPr>
            </a:lvl8pPr>
            <a:lvl9pPr>
              <a:defRPr sz="1650">
                <a:solidFill>
                  <a:srgbClr val="38616B"/>
                </a:solidFill>
              </a:defRPr>
            </a:lvl9pPr>
          </a:lstStyle>
          <a:p xmlns:a="http://schemas.openxmlformats.org/drawingml/2006/main">
            <a:pPr>
              <a:defRPr sz="1650">
                <a:solidFill>
                  <a:srgbClr val="38616B"/>
                </a:solidFill>
              </a:defRPr>
            </a:pPr>
            <a:r>
              <a:rPr sz="1650">
                <a:solidFill>
                  <a:srgbClr val="38616B"/>
                </a:solidFill>
              </a:rPr>
              <a:t>พื้นที่สำหรับภาพ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38616B"/>
                </a:solidFill>
              </a:defRPr>
            </a:pPr>
            <a:r>
              <a:rPr sz="1650">
                <a:solidFill>
                  <a:srgbClr val="38616B"/>
                </a:solidFill>
              </a:rPr>
              <a:t>แผนภาพ RAG: เตรียมเอกสารและตอบคำถาม</a:t>
            </a:r>
          </a:p>
        </p:txBody>
      </p:sp>
    </p:spTree>
    <p:extLst>
      <p:ext uri="{BB962C8B-B14F-4D97-AF65-F5344CB8AC3E}">
        <p14:creationId xmlns:p14="http://schemas.microsoft.com/office/powerpoint/2010/main" val="15929923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1CA8B-532F-40AF-8918-6B166F66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95"/>
                </a:solidFill>
              </a:defRPr>
            </a:defPPr>
            <a:lvl1pPr>
              <a:defRPr sz="1200" b="1">
                <a:solidFill>
                  <a:srgbClr val="087E95"/>
                </a:solidFill>
              </a:defRPr>
            </a:lvl1pPr>
            <a:lvl2pPr>
              <a:defRPr sz="1200" b="1">
                <a:solidFill>
                  <a:srgbClr val="087E95"/>
                </a:solidFill>
              </a:defRPr>
            </a:lvl2pPr>
            <a:lvl3pPr>
              <a:defRPr sz="1200" b="1">
                <a:solidFill>
                  <a:srgbClr val="087E95"/>
                </a:solidFill>
              </a:defRPr>
            </a:lvl3pPr>
            <a:lvl4pPr>
              <a:defRPr sz="1200" b="1">
                <a:solidFill>
                  <a:srgbClr val="087E95"/>
                </a:solidFill>
              </a:defRPr>
            </a:lvl4pPr>
            <a:lvl5pPr>
              <a:defRPr sz="1200" b="1">
                <a:solidFill>
                  <a:srgbClr val="087E95"/>
                </a:solidFill>
              </a:defRPr>
            </a:lvl5pPr>
            <a:lvl6pPr>
              <a:defRPr sz="1200" b="1">
                <a:solidFill>
                  <a:srgbClr val="087E95"/>
                </a:solidFill>
              </a:defRPr>
            </a:lvl6pPr>
            <a:lvl7pPr>
              <a:defRPr sz="1200" b="1">
                <a:solidFill>
                  <a:srgbClr val="087E95"/>
                </a:solidFill>
              </a:defRPr>
            </a:lvl7pPr>
            <a:lvl8pPr>
              <a:defRPr sz="1200" b="1">
                <a:solidFill>
                  <a:srgbClr val="087E95"/>
                </a:solidFill>
              </a:defRPr>
            </a:lvl8pPr>
            <a:lvl9pPr>
              <a:defRPr sz="1200" b="1">
                <a:solidFill>
                  <a:srgbClr val="087E95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95"/>
                </a:solidFill>
              </a:defRPr>
            </a:pPr>
            <a:r>
              <a:rPr sz="1200" b="1">
                <a:solidFill>
                  <a:srgbClr val="087E95"/>
                </a:solidFill>
              </a:rPr>
              <a:t>SCOPEBOT   / 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CD437-59EF-4E8F-ACA2-19D40895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B42"/>
                </a:solidFill>
              </a:defRPr>
            </a:defPPr>
            <a:lvl1pPr>
              <a:defRPr sz="3000" b="1">
                <a:solidFill>
                  <a:srgbClr val="142B42"/>
                </a:solidFill>
              </a:defRPr>
            </a:lvl1pPr>
            <a:lvl2pPr>
              <a:defRPr sz="3000" b="1">
                <a:solidFill>
                  <a:srgbClr val="142B42"/>
                </a:solidFill>
              </a:defRPr>
            </a:lvl2pPr>
            <a:lvl3pPr>
              <a:defRPr sz="3000" b="1">
                <a:solidFill>
                  <a:srgbClr val="142B42"/>
                </a:solidFill>
              </a:defRPr>
            </a:lvl3pPr>
            <a:lvl4pPr>
              <a:defRPr sz="3000" b="1">
                <a:solidFill>
                  <a:srgbClr val="142B42"/>
                </a:solidFill>
              </a:defRPr>
            </a:lvl4pPr>
            <a:lvl5pPr>
              <a:defRPr sz="3000" b="1">
                <a:solidFill>
                  <a:srgbClr val="142B42"/>
                </a:solidFill>
              </a:defRPr>
            </a:lvl5pPr>
            <a:lvl6pPr>
              <a:defRPr sz="3000" b="1">
                <a:solidFill>
                  <a:srgbClr val="142B42"/>
                </a:solidFill>
              </a:defRPr>
            </a:lvl6pPr>
            <a:lvl7pPr>
              <a:defRPr sz="3000" b="1">
                <a:solidFill>
                  <a:srgbClr val="142B42"/>
                </a:solidFill>
              </a:defRPr>
            </a:lvl7pPr>
            <a:lvl8pPr>
              <a:defRPr sz="3000" b="1">
                <a:solidFill>
                  <a:srgbClr val="142B42"/>
                </a:solidFill>
              </a:defRPr>
            </a:lvl8pPr>
            <a:lvl9pPr>
              <a:defRPr sz="3000" b="1">
                <a:solidFill>
                  <a:srgbClr val="142B42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B42"/>
                </a:solidFill>
              </a:defRPr>
            </a:pPr>
            <a:r>
              <a:rPr sz="3000" b="1">
                <a:solidFill>
                  <a:srgbClr val="142B42"/>
                </a:solidFill>
              </a:rPr>
              <a:t>ข้อมูลและสิทธิ์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CF4DA-7019-478B-832A-E877FCA1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6191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94255"/>
                </a:solidFill>
              </a:defRPr>
            </a:defPPr>
            <a:lvl1pPr>
              <a:defRPr sz="1875" b="0">
                <a:solidFill>
                  <a:srgbClr val="294255"/>
                </a:solidFill>
              </a:defRPr>
            </a:lvl1pPr>
            <a:lvl2pPr>
              <a:defRPr sz="1875" b="0">
                <a:solidFill>
                  <a:srgbClr val="294255"/>
                </a:solidFill>
              </a:defRPr>
            </a:lvl2pPr>
            <a:lvl3pPr>
              <a:defRPr sz="1875" b="0">
                <a:solidFill>
                  <a:srgbClr val="294255"/>
                </a:solidFill>
              </a:defRPr>
            </a:lvl3pPr>
            <a:lvl4pPr>
              <a:defRPr sz="1875" b="0">
                <a:solidFill>
                  <a:srgbClr val="294255"/>
                </a:solidFill>
              </a:defRPr>
            </a:lvl4pPr>
            <a:lvl5pPr>
              <a:defRPr sz="1875" b="0">
                <a:solidFill>
                  <a:srgbClr val="294255"/>
                </a:solidFill>
              </a:defRPr>
            </a:lvl5pPr>
            <a:lvl6pPr>
              <a:defRPr sz="1875" b="0">
                <a:solidFill>
                  <a:srgbClr val="294255"/>
                </a:solidFill>
              </a:defRPr>
            </a:lvl6pPr>
            <a:lvl7pPr>
              <a:defRPr sz="1875" b="0">
                <a:solidFill>
                  <a:srgbClr val="294255"/>
                </a:solidFill>
              </a:defRPr>
            </a:lvl7pPr>
            <a:lvl8pPr>
              <a:defRPr sz="1875" b="0">
                <a:solidFill>
                  <a:srgbClr val="294255"/>
                </a:solidFill>
              </a:defRPr>
            </a:lvl8pPr>
            <a:lvl9pPr>
              <a:defRPr sz="1875" b="0">
                <a:solidFill>
                  <a:srgbClr val="29425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PostgreSQL  บัญชี บอท และประวัติ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ChromaDB  เนื้อหาและ embeddings สำหรับค้นหา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ระบบตรวจตัวตนและสิทธิ์ก่อนเข้าถึงข้อมูลบอท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F5890-791C-4B7A-9D21-711B84CE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905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9525">
            <a:solidFill>
              <a:srgbClr val="B8D5DD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38616B"/>
                </a:solidFill>
              </a:defRPr>
            </a:defPPr>
            <a:lvl1pPr>
              <a:defRPr sz="1650">
                <a:solidFill>
                  <a:srgbClr val="38616B"/>
                </a:solidFill>
              </a:defRPr>
            </a:lvl1pPr>
            <a:lvl2pPr>
              <a:defRPr sz="1650">
                <a:solidFill>
                  <a:srgbClr val="38616B"/>
                </a:solidFill>
              </a:defRPr>
            </a:lvl2pPr>
            <a:lvl3pPr>
              <a:defRPr sz="1650">
                <a:solidFill>
                  <a:srgbClr val="38616B"/>
                </a:solidFill>
              </a:defRPr>
            </a:lvl3pPr>
            <a:lvl4pPr>
              <a:defRPr sz="1650">
                <a:solidFill>
                  <a:srgbClr val="38616B"/>
                </a:solidFill>
              </a:defRPr>
            </a:lvl4pPr>
            <a:lvl5pPr>
              <a:defRPr sz="1650">
                <a:solidFill>
                  <a:srgbClr val="38616B"/>
                </a:solidFill>
              </a:defRPr>
            </a:lvl5pPr>
            <a:lvl6pPr>
              <a:defRPr sz="1650">
                <a:solidFill>
                  <a:srgbClr val="38616B"/>
                </a:solidFill>
              </a:defRPr>
            </a:lvl6pPr>
            <a:lvl7pPr>
              <a:defRPr sz="1650">
                <a:solidFill>
                  <a:srgbClr val="38616B"/>
                </a:solidFill>
              </a:defRPr>
            </a:lvl7pPr>
            <a:lvl8pPr>
              <a:defRPr sz="1650">
                <a:solidFill>
                  <a:srgbClr val="38616B"/>
                </a:solidFill>
              </a:defRPr>
            </a:lvl8pPr>
            <a:lvl9pPr>
              <a:defRPr sz="1650">
                <a:solidFill>
                  <a:srgbClr val="38616B"/>
                </a:solidFill>
              </a:defRPr>
            </a:lvl9pPr>
          </a:lstStyle>
          <a:p xmlns:a="http://schemas.openxmlformats.org/drawingml/2006/main">
            <a:pPr>
              <a:defRPr sz="1650">
                <a:solidFill>
                  <a:srgbClr val="38616B"/>
                </a:solidFill>
              </a:defRPr>
            </a:pPr>
            <a:r>
              <a:rPr sz="1650">
                <a:solidFill>
                  <a:srgbClr val="38616B"/>
                </a:solidFill>
              </a:rPr>
              <a:t>พื้นที่สำหรับภาพ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38616B"/>
                </a:solidFill>
              </a:defRPr>
            </a:pPr>
            <a:r>
              <a:rPr sz="1650">
                <a:solidFill>
                  <a:srgbClr val="38616B"/>
                </a:solidFill>
              </a:rPr>
              <a:t>ภาพแผนผังข้อมูลและสิทธิ์ผู้ใช้งาน</a:t>
            </a:r>
          </a:p>
        </p:txBody>
      </p:sp>
    </p:spTree>
    <p:extLst>
      <p:ext uri="{BB962C8B-B14F-4D97-AF65-F5344CB8AC3E}">
        <p14:creationId xmlns:p14="http://schemas.microsoft.com/office/powerpoint/2010/main" val="9996025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F6C31-E08D-42BF-84C5-C81FAE8D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95"/>
                </a:solidFill>
              </a:defRPr>
            </a:defPPr>
            <a:lvl1pPr>
              <a:defRPr sz="1200" b="1">
                <a:solidFill>
                  <a:srgbClr val="087E95"/>
                </a:solidFill>
              </a:defRPr>
            </a:lvl1pPr>
            <a:lvl2pPr>
              <a:defRPr sz="1200" b="1">
                <a:solidFill>
                  <a:srgbClr val="087E95"/>
                </a:solidFill>
              </a:defRPr>
            </a:lvl2pPr>
            <a:lvl3pPr>
              <a:defRPr sz="1200" b="1">
                <a:solidFill>
                  <a:srgbClr val="087E95"/>
                </a:solidFill>
              </a:defRPr>
            </a:lvl3pPr>
            <a:lvl4pPr>
              <a:defRPr sz="1200" b="1">
                <a:solidFill>
                  <a:srgbClr val="087E95"/>
                </a:solidFill>
              </a:defRPr>
            </a:lvl4pPr>
            <a:lvl5pPr>
              <a:defRPr sz="1200" b="1">
                <a:solidFill>
                  <a:srgbClr val="087E95"/>
                </a:solidFill>
              </a:defRPr>
            </a:lvl5pPr>
            <a:lvl6pPr>
              <a:defRPr sz="1200" b="1">
                <a:solidFill>
                  <a:srgbClr val="087E95"/>
                </a:solidFill>
              </a:defRPr>
            </a:lvl6pPr>
            <a:lvl7pPr>
              <a:defRPr sz="1200" b="1">
                <a:solidFill>
                  <a:srgbClr val="087E95"/>
                </a:solidFill>
              </a:defRPr>
            </a:lvl7pPr>
            <a:lvl8pPr>
              <a:defRPr sz="1200" b="1">
                <a:solidFill>
                  <a:srgbClr val="087E95"/>
                </a:solidFill>
              </a:defRPr>
            </a:lvl8pPr>
            <a:lvl9pPr>
              <a:defRPr sz="1200" b="1">
                <a:solidFill>
                  <a:srgbClr val="087E95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95"/>
                </a:solidFill>
              </a:defRPr>
            </a:pPr>
            <a:r>
              <a:rPr sz="1200" b="1">
                <a:solidFill>
                  <a:srgbClr val="087E95"/>
                </a:solidFill>
              </a:rPr>
              <a:t>SCOPEBOT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796FA-B99D-4D83-B652-DBA3CF7C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B42"/>
                </a:solidFill>
              </a:defRPr>
            </a:defPPr>
            <a:lvl1pPr>
              <a:defRPr sz="3000" b="1">
                <a:solidFill>
                  <a:srgbClr val="142B42"/>
                </a:solidFill>
              </a:defRPr>
            </a:lvl1pPr>
            <a:lvl2pPr>
              <a:defRPr sz="3000" b="1">
                <a:solidFill>
                  <a:srgbClr val="142B42"/>
                </a:solidFill>
              </a:defRPr>
            </a:lvl2pPr>
            <a:lvl3pPr>
              <a:defRPr sz="3000" b="1">
                <a:solidFill>
                  <a:srgbClr val="142B42"/>
                </a:solidFill>
              </a:defRPr>
            </a:lvl3pPr>
            <a:lvl4pPr>
              <a:defRPr sz="3000" b="1">
                <a:solidFill>
                  <a:srgbClr val="142B42"/>
                </a:solidFill>
              </a:defRPr>
            </a:lvl4pPr>
            <a:lvl5pPr>
              <a:defRPr sz="3000" b="1">
                <a:solidFill>
                  <a:srgbClr val="142B42"/>
                </a:solidFill>
              </a:defRPr>
            </a:lvl5pPr>
            <a:lvl6pPr>
              <a:defRPr sz="3000" b="1">
                <a:solidFill>
                  <a:srgbClr val="142B42"/>
                </a:solidFill>
              </a:defRPr>
            </a:lvl6pPr>
            <a:lvl7pPr>
              <a:defRPr sz="3000" b="1">
                <a:solidFill>
                  <a:srgbClr val="142B42"/>
                </a:solidFill>
              </a:defRPr>
            </a:lvl7pPr>
            <a:lvl8pPr>
              <a:defRPr sz="3000" b="1">
                <a:solidFill>
                  <a:srgbClr val="142B42"/>
                </a:solidFill>
              </a:defRPr>
            </a:lvl8pPr>
            <a:lvl9pPr>
              <a:defRPr sz="3000" b="1">
                <a:solidFill>
                  <a:srgbClr val="142B42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B42"/>
                </a:solidFill>
              </a:defRPr>
            </a:pPr>
            <a:r>
              <a:rPr sz="3000" b="1">
                <a:solidFill>
                  <a:srgbClr val="142B42"/>
                </a:solidFill>
              </a:rPr>
              <a:t>การส่งต่อให้เจ้าหน้าที่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00D86-0F83-4CDA-89DC-DC2DCDC8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6191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94255"/>
                </a:solidFill>
              </a:defRPr>
            </a:defPPr>
            <a:lvl1pPr>
              <a:defRPr sz="1875" b="0">
                <a:solidFill>
                  <a:srgbClr val="294255"/>
                </a:solidFill>
              </a:defRPr>
            </a:lvl1pPr>
            <a:lvl2pPr>
              <a:defRPr sz="1875" b="0">
                <a:solidFill>
                  <a:srgbClr val="294255"/>
                </a:solidFill>
              </a:defRPr>
            </a:lvl2pPr>
            <a:lvl3pPr>
              <a:defRPr sz="1875" b="0">
                <a:solidFill>
                  <a:srgbClr val="294255"/>
                </a:solidFill>
              </a:defRPr>
            </a:lvl3pPr>
            <a:lvl4pPr>
              <a:defRPr sz="1875" b="0">
                <a:solidFill>
                  <a:srgbClr val="294255"/>
                </a:solidFill>
              </a:defRPr>
            </a:lvl4pPr>
            <a:lvl5pPr>
              <a:defRPr sz="1875" b="0">
                <a:solidFill>
                  <a:srgbClr val="294255"/>
                </a:solidFill>
              </a:defRPr>
            </a:lvl5pPr>
            <a:lvl6pPr>
              <a:defRPr sz="1875" b="0">
                <a:solidFill>
                  <a:srgbClr val="294255"/>
                </a:solidFill>
              </a:defRPr>
            </a:lvl6pPr>
            <a:lvl7pPr>
              <a:defRPr sz="1875" b="0">
                <a:solidFill>
                  <a:srgbClr val="294255"/>
                </a:solidFill>
              </a:defRPr>
            </a:lvl7pPr>
            <a:lvl8pPr>
              <a:defRPr sz="1875" b="0">
                <a:solidFill>
                  <a:srgbClr val="294255"/>
                </a:solidFill>
              </a:defRPr>
            </a:lvl8pPr>
            <a:lvl9pPr>
              <a:defRPr sz="1875" b="0">
                <a:solidFill>
                  <a:srgbClr val="29425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ผู้ใช้เว็บเลือกติดต่อเมื่อบอทตอบไม่ได้</a:t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LINE สามารถเข้าสู่คิวส่งต่อโดยอัตโนมัติ</a:t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เจ้าของบอทรับช่วงตอบ บทบาท Support ดูแลบัญชี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9CEAF-5E39-4B51-9E2B-4CD38A5F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905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9525">
            <a:solidFill>
              <a:srgbClr val="B8D5DD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38616B"/>
                </a:solidFill>
              </a:defRPr>
            </a:defPPr>
            <a:lvl1pPr>
              <a:defRPr sz="1650">
                <a:solidFill>
                  <a:srgbClr val="38616B"/>
                </a:solidFill>
              </a:defRPr>
            </a:lvl1pPr>
            <a:lvl2pPr>
              <a:defRPr sz="1650">
                <a:solidFill>
                  <a:srgbClr val="38616B"/>
                </a:solidFill>
              </a:defRPr>
            </a:lvl2pPr>
            <a:lvl3pPr>
              <a:defRPr sz="1650">
                <a:solidFill>
                  <a:srgbClr val="38616B"/>
                </a:solidFill>
              </a:defRPr>
            </a:lvl3pPr>
            <a:lvl4pPr>
              <a:defRPr sz="1650">
                <a:solidFill>
                  <a:srgbClr val="38616B"/>
                </a:solidFill>
              </a:defRPr>
            </a:lvl4pPr>
            <a:lvl5pPr>
              <a:defRPr sz="1650">
                <a:solidFill>
                  <a:srgbClr val="38616B"/>
                </a:solidFill>
              </a:defRPr>
            </a:lvl5pPr>
            <a:lvl6pPr>
              <a:defRPr sz="1650">
                <a:solidFill>
                  <a:srgbClr val="38616B"/>
                </a:solidFill>
              </a:defRPr>
            </a:lvl6pPr>
            <a:lvl7pPr>
              <a:defRPr sz="1650">
                <a:solidFill>
                  <a:srgbClr val="38616B"/>
                </a:solidFill>
              </a:defRPr>
            </a:lvl7pPr>
            <a:lvl8pPr>
              <a:defRPr sz="1650">
                <a:solidFill>
                  <a:srgbClr val="38616B"/>
                </a:solidFill>
              </a:defRPr>
            </a:lvl8pPr>
            <a:lvl9pPr>
              <a:defRPr sz="1650">
                <a:solidFill>
                  <a:srgbClr val="38616B"/>
                </a:solidFill>
              </a:defRPr>
            </a:lvl9pPr>
          </a:lstStyle>
          <a:p xmlns:a="http://schemas.openxmlformats.org/drawingml/2006/main">
            <a:pPr>
              <a:defRPr sz="1650">
                <a:solidFill>
                  <a:srgbClr val="38616B"/>
                </a:solidFill>
              </a:defRPr>
            </a:pPr>
            <a:r>
              <a:rPr sz="1650">
                <a:solidFill>
                  <a:srgbClr val="38616B"/>
                </a:solidFill>
              </a:rPr>
              <a:t>พื้นที่สำหรับภาพ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38616B"/>
                </a:solidFill>
              </a:defRPr>
            </a:pPr>
            <a:r>
              <a:rPr sz="1650">
                <a:solidFill>
                  <a:srgbClr val="38616B"/>
                </a:solidFill>
              </a:rPr>
              <a:t>ภาพหน้าจอแชทและการส่งต่อเจ้าหน้าที่</a:t>
            </a:r>
          </a:p>
        </p:txBody>
      </p:sp>
    </p:spTree>
    <p:extLst>
      <p:ext uri="{BB962C8B-B14F-4D97-AF65-F5344CB8AC3E}">
        <p14:creationId xmlns:p14="http://schemas.microsoft.com/office/powerpoint/2010/main" val="3967124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46781-482A-4426-9CBA-8D82EF1E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95"/>
                </a:solidFill>
              </a:defRPr>
            </a:defPPr>
            <a:lvl1pPr>
              <a:defRPr sz="1200" b="1">
                <a:solidFill>
                  <a:srgbClr val="087E95"/>
                </a:solidFill>
              </a:defRPr>
            </a:lvl1pPr>
            <a:lvl2pPr>
              <a:defRPr sz="1200" b="1">
                <a:solidFill>
                  <a:srgbClr val="087E95"/>
                </a:solidFill>
              </a:defRPr>
            </a:lvl2pPr>
            <a:lvl3pPr>
              <a:defRPr sz="1200" b="1">
                <a:solidFill>
                  <a:srgbClr val="087E95"/>
                </a:solidFill>
              </a:defRPr>
            </a:lvl3pPr>
            <a:lvl4pPr>
              <a:defRPr sz="1200" b="1">
                <a:solidFill>
                  <a:srgbClr val="087E95"/>
                </a:solidFill>
              </a:defRPr>
            </a:lvl4pPr>
            <a:lvl5pPr>
              <a:defRPr sz="1200" b="1">
                <a:solidFill>
                  <a:srgbClr val="087E95"/>
                </a:solidFill>
              </a:defRPr>
            </a:lvl5pPr>
            <a:lvl6pPr>
              <a:defRPr sz="1200" b="1">
                <a:solidFill>
                  <a:srgbClr val="087E95"/>
                </a:solidFill>
              </a:defRPr>
            </a:lvl6pPr>
            <a:lvl7pPr>
              <a:defRPr sz="1200" b="1">
                <a:solidFill>
                  <a:srgbClr val="087E95"/>
                </a:solidFill>
              </a:defRPr>
            </a:lvl7pPr>
            <a:lvl8pPr>
              <a:defRPr sz="1200" b="1">
                <a:solidFill>
                  <a:srgbClr val="087E95"/>
                </a:solidFill>
              </a:defRPr>
            </a:lvl8pPr>
            <a:lvl9pPr>
              <a:defRPr sz="1200" b="1">
                <a:solidFill>
                  <a:srgbClr val="087E95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95"/>
                </a:solidFill>
              </a:defRPr>
            </a:pPr>
            <a:r>
              <a:rPr sz="1200" b="1">
                <a:solidFill>
                  <a:srgbClr val="087E95"/>
                </a:solidFill>
              </a:rPr>
              <a:t>SCOPEBOT   /  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768CF-A4C9-48B2-8337-BB7B43E5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B42"/>
                </a:solidFill>
              </a:defRPr>
            </a:defPPr>
            <a:lvl1pPr>
              <a:defRPr sz="3000" b="1">
                <a:solidFill>
                  <a:srgbClr val="142B42"/>
                </a:solidFill>
              </a:defRPr>
            </a:lvl1pPr>
            <a:lvl2pPr>
              <a:defRPr sz="3000" b="1">
                <a:solidFill>
                  <a:srgbClr val="142B42"/>
                </a:solidFill>
              </a:defRPr>
            </a:lvl2pPr>
            <a:lvl3pPr>
              <a:defRPr sz="3000" b="1">
                <a:solidFill>
                  <a:srgbClr val="142B42"/>
                </a:solidFill>
              </a:defRPr>
            </a:lvl3pPr>
            <a:lvl4pPr>
              <a:defRPr sz="3000" b="1">
                <a:solidFill>
                  <a:srgbClr val="142B42"/>
                </a:solidFill>
              </a:defRPr>
            </a:lvl4pPr>
            <a:lvl5pPr>
              <a:defRPr sz="3000" b="1">
                <a:solidFill>
                  <a:srgbClr val="142B42"/>
                </a:solidFill>
              </a:defRPr>
            </a:lvl5pPr>
            <a:lvl6pPr>
              <a:defRPr sz="3000" b="1">
                <a:solidFill>
                  <a:srgbClr val="142B42"/>
                </a:solidFill>
              </a:defRPr>
            </a:lvl6pPr>
            <a:lvl7pPr>
              <a:defRPr sz="3000" b="1">
                <a:solidFill>
                  <a:srgbClr val="142B42"/>
                </a:solidFill>
              </a:defRPr>
            </a:lvl7pPr>
            <a:lvl8pPr>
              <a:defRPr sz="3000" b="1">
                <a:solidFill>
                  <a:srgbClr val="142B42"/>
                </a:solidFill>
              </a:defRPr>
            </a:lvl8pPr>
            <a:lvl9pPr>
              <a:defRPr sz="3000" b="1">
                <a:solidFill>
                  <a:srgbClr val="142B42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B42"/>
                </a:solidFill>
              </a:defRPr>
            </a:pPr>
            <a:r>
              <a:rPr sz="3000" b="1">
                <a:solidFill>
                  <a:srgbClr val="142B42"/>
                </a:solidFill>
              </a:rPr>
              <a:t>สาธิตระบบ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C9BE5-1005-4FA7-85FB-447001EF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6191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94255"/>
                </a:solidFill>
              </a:defRPr>
            </a:defPPr>
            <a:lvl1pPr>
              <a:defRPr sz="1875" b="0">
                <a:solidFill>
                  <a:srgbClr val="294255"/>
                </a:solidFill>
              </a:defRPr>
            </a:lvl1pPr>
            <a:lvl2pPr>
              <a:defRPr sz="1875" b="0">
                <a:solidFill>
                  <a:srgbClr val="294255"/>
                </a:solidFill>
              </a:defRPr>
            </a:lvl2pPr>
            <a:lvl3pPr>
              <a:defRPr sz="1875" b="0">
                <a:solidFill>
                  <a:srgbClr val="294255"/>
                </a:solidFill>
              </a:defRPr>
            </a:lvl3pPr>
            <a:lvl4pPr>
              <a:defRPr sz="1875" b="0">
                <a:solidFill>
                  <a:srgbClr val="294255"/>
                </a:solidFill>
              </a:defRPr>
            </a:lvl4pPr>
            <a:lvl5pPr>
              <a:defRPr sz="1875" b="0">
                <a:solidFill>
                  <a:srgbClr val="294255"/>
                </a:solidFill>
              </a:defRPr>
            </a:lvl5pPr>
            <a:lvl6pPr>
              <a:defRPr sz="1875" b="0">
                <a:solidFill>
                  <a:srgbClr val="294255"/>
                </a:solidFill>
              </a:defRPr>
            </a:lvl6pPr>
            <a:lvl7pPr>
              <a:defRPr sz="1875" b="0">
                <a:solidFill>
                  <a:srgbClr val="294255"/>
                </a:solidFill>
              </a:defRPr>
            </a:lvl7pPr>
            <a:lvl8pPr>
              <a:defRPr sz="1875" b="0">
                <a:solidFill>
                  <a:srgbClr val="294255"/>
                </a:solidFill>
              </a:defRPr>
            </a:lvl8pPr>
            <a:lvl9pPr>
              <a:defRPr sz="1875" b="0">
                <a:solidFill>
                  <a:srgbClr val="29425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01  เปิดบอทที่เตรียมเอกสารไว้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02  ถามคำถามที่มีคำตอบในเอกสาร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03  แสดงคำตอบและส่งต่อให้เจ้าหน้าที่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เตรียมวิดีโอสำรองจากการซ้อมจริง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06DFB-1FBF-400B-8B4F-185707CA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905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9525">
            <a:solidFill>
              <a:srgbClr val="B8D5DD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38616B"/>
                </a:solidFill>
              </a:defRPr>
            </a:defPPr>
            <a:lvl1pPr>
              <a:defRPr sz="1650">
                <a:solidFill>
                  <a:srgbClr val="38616B"/>
                </a:solidFill>
              </a:defRPr>
            </a:lvl1pPr>
            <a:lvl2pPr>
              <a:defRPr sz="1650">
                <a:solidFill>
                  <a:srgbClr val="38616B"/>
                </a:solidFill>
              </a:defRPr>
            </a:lvl2pPr>
            <a:lvl3pPr>
              <a:defRPr sz="1650">
                <a:solidFill>
                  <a:srgbClr val="38616B"/>
                </a:solidFill>
              </a:defRPr>
            </a:lvl3pPr>
            <a:lvl4pPr>
              <a:defRPr sz="1650">
                <a:solidFill>
                  <a:srgbClr val="38616B"/>
                </a:solidFill>
              </a:defRPr>
            </a:lvl4pPr>
            <a:lvl5pPr>
              <a:defRPr sz="1650">
                <a:solidFill>
                  <a:srgbClr val="38616B"/>
                </a:solidFill>
              </a:defRPr>
            </a:lvl5pPr>
            <a:lvl6pPr>
              <a:defRPr sz="1650">
                <a:solidFill>
                  <a:srgbClr val="38616B"/>
                </a:solidFill>
              </a:defRPr>
            </a:lvl6pPr>
            <a:lvl7pPr>
              <a:defRPr sz="1650">
                <a:solidFill>
                  <a:srgbClr val="38616B"/>
                </a:solidFill>
              </a:defRPr>
            </a:lvl7pPr>
            <a:lvl8pPr>
              <a:defRPr sz="1650">
                <a:solidFill>
                  <a:srgbClr val="38616B"/>
                </a:solidFill>
              </a:defRPr>
            </a:lvl8pPr>
            <a:lvl9pPr>
              <a:defRPr sz="1650">
                <a:solidFill>
                  <a:srgbClr val="38616B"/>
                </a:solidFill>
              </a:defRPr>
            </a:lvl9pPr>
          </a:lstStyle>
          <a:p xmlns:a="http://schemas.openxmlformats.org/drawingml/2006/main">
            <a:pPr>
              <a:defRPr sz="1650">
                <a:solidFill>
                  <a:srgbClr val="38616B"/>
                </a:solidFill>
              </a:defRPr>
            </a:pPr>
            <a:r>
              <a:rPr sz="1650">
                <a:solidFill>
                  <a:srgbClr val="38616B"/>
                </a:solidFill>
              </a:rPr>
              <a:t>พื้นที่สำหรับภาพ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38616B"/>
                </a:solidFill>
              </a:defRPr>
            </a:pPr>
            <a:r>
              <a:rPr sz="1650">
                <a:solidFill>
                  <a:srgbClr val="38616B"/>
                </a:solidFill>
              </a:rPr>
              <a:t>ภาพหน้าจอระบบจริง หรือวิดีโอสาธิต</a:t>
            </a:r>
          </a:p>
        </p:txBody>
      </p:sp>
    </p:spTree>
    <p:extLst>
      <p:ext uri="{BB962C8B-B14F-4D97-AF65-F5344CB8AC3E}">
        <p14:creationId xmlns:p14="http://schemas.microsoft.com/office/powerpoint/2010/main" val="11954388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EA5B3-A992-4DE9-9C86-61F9588D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95"/>
                </a:solidFill>
              </a:defRPr>
            </a:defPPr>
            <a:lvl1pPr>
              <a:defRPr sz="1200" b="1">
                <a:solidFill>
                  <a:srgbClr val="087E95"/>
                </a:solidFill>
              </a:defRPr>
            </a:lvl1pPr>
            <a:lvl2pPr>
              <a:defRPr sz="1200" b="1">
                <a:solidFill>
                  <a:srgbClr val="087E95"/>
                </a:solidFill>
              </a:defRPr>
            </a:lvl2pPr>
            <a:lvl3pPr>
              <a:defRPr sz="1200" b="1">
                <a:solidFill>
                  <a:srgbClr val="087E95"/>
                </a:solidFill>
              </a:defRPr>
            </a:lvl3pPr>
            <a:lvl4pPr>
              <a:defRPr sz="1200" b="1">
                <a:solidFill>
                  <a:srgbClr val="087E95"/>
                </a:solidFill>
              </a:defRPr>
            </a:lvl4pPr>
            <a:lvl5pPr>
              <a:defRPr sz="1200" b="1">
                <a:solidFill>
                  <a:srgbClr val="087E95"/>
                </a:solidFill>
              </a:defRPr>
            </a:lvl5pPr>
            <a:lvl6pPr>
              <a:defRPr sz="1200" b="1">
                <a:solidFill>
                  <a:srgbClr val="087E95"/>
                </a:solidFill>
              </a:defRPr>
            </a:lvl6pPr>
            <a:lvl7pPr>
              <a:defRPr sz="1200" b="1">
                <a:solidFill>
                  <a:srgbClr val="087E95"/>
                </a:solidFill>
              </a:defRPr>
            </a:lvl7pPr>
            <a:lvl8pPr>
              <a:defRPr sz="1200" b="1">
                <a:solidFill>
                  <a:srgbClr val="087E95"/>
                </a:solidFill>
              </a:defRPr>
            </a:lvl8pPr>
            <a:lvl9pPr>
              <a:defRPr sz="1200" b="1">
                <a:solidFill>
                  <a:srgbClr val="087E95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95"/>
                </a:solidFill>
              </a:defRPr>
            </a:pPr>
            <a:r>
              <a:rPr sz="1200" b="1">
                <a:solidFill>
                  <a:srgbClr val="087E95"/>
                </a:solidFill>
              </a:rPr>
              <a:t>SCOPEBOT   /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EAA13-8B1E-4296-9C65-688F025F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B42"/>
                </a:solidFill>
              </a:defRPr>
            </a:defPPr>
            <a:lvl1pPr>
              <a:defRPr sz="3000" b="1">
                <a:solidFill>
                  <a:srgbClr val="142B42"/>
                </a:solidFill>
              </a:defRPr>
            </a:lvl1pPr>
            <a:lvl2pPr>
              <a:defRPr sz="3000" b="1">
                <a:solidFill>
                  <a:srgbClr val="142B42"/>
                </a:solidFill>
              </a:defRPr>
            </a:lvl2pPr>
            <a:lvl3pPr>
              <a:defRPr sz="3000" b="1">
                <a:solidFill>
                  <a:srgbClr val="142B42"/>
                </a:solidFill>
              </a:defRPr>
            </a:lvl3pPr>
            <a:lvl4pPr>
              <a:defRPr sz="3000" b="1">
                <a:solidFill>
                  <a:srgbClr val="142B42"/>
                </a:solidFill>
              </a:defRPr>
            </a:lvl4pPr>
            <a:lvl5pPr>
              <a:defRPr sz="3000" b="1">
                <a:solidFill>
                  <a:srgbClr val="142B42"/>
                </a:solidFill>
              </a:defRPr>
            </a:lvl5pPr>
            <a:lvl6pPr>
              <a:defRPr sz="3000" b="1">
                <a:solidFill>
                  <a:srgbClr val="142B42"/>
                </a:solidFill>
              </a:defRPr>
            </a:lvl6pPr>
            <a:lvl7pPr>
              <a:defRPr sz="3000" b="1">
                <a:solidFill>
                  <a:srgbClr val="142B42"/>
                </a:solidFill>
              </a:defRPr>
            </a:lvl7pPr>
            <a:lvl8pPr>
              <a:defRPr sz="3000" b="1">
                <a:solidFill>
                  <a:srgbClr val="142B42"/>
                </a:solidFill>
              </a:defRPr>
            </a:lvl8pPr>
            <a:lvl9pPr>
              <a:defRPr sz="3000" b="1">
                <a:solidFill>
                  <a:srgbClr val="142B42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B42"/>
                </a:solidFill>
              </a:defRPr>
            </a:pPr>
            <a:r>
              <a:rPr sz="3000" b="1">
                <a:solidFill>
                  <a:srgbClr val="142B42"/>
                </a:solidFill>
              </a:rPr>
              <a:t>การทดสอบ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B3CF4-715A-4A3A-8873-70D4ED94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6191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94255"/>
                </a:solidFill>
              </a:defRPr>
            </a:defPPr>
            <a:lvl1pPr>
              <a:defRPr sz="1875" b="0">
                <a:solidFill>
                  <a:srgbClr val="294255"/>
                </a:solidFill>
              </a:defRPr>
            </a:lvl1pPr>
            <a:lvl2pPr>
              <a:defRPr sz="1875" b="0">
                <a:solidFill>
                  <a:srgbClr val="294255"/>
                </a:solidFill>
              </a:defRPr>
            </a:lvl2pPr>
            <a:lvl3pPr>
              <a:defRPr sz="1875" b="0">
                <a:solidFill>
                  <a:srgbClr val="294255"/>
                </a:solidFill>
              </a:defRPr>
            </a:lvl3pPr>
            <a:lvl4pPr>
              <a:defRPr sz="1875" b="0">
                <a:solidFill>
                  <a:srgbClr val="294255"/>
                </a:solidFill>
              </a:defRPr>
            </a:lvl4pPr>
            <a:lvl5pPr>
              <a:defRPr sz="1875" b="0">
                <a:solidFill>
                  <a:srgbClr val="294255"/>
                </a:solidFill>
              </a:defRPr>
            </a:lvl5pPr>
            <a:lvl6pPr>
              <a:defRPr sz="1875" b="0">
                <a:solidFill>
                  <a:srgbClr val="294255"/>
                </a:solidFill>
              </a:defRPr>
            </a:lvl6pPr>
            <a:lvl7pPr>
              <a:defRPr sz="1875" b="0">
                <a:solidFill>
                  <a:srgbClr val="294255"/>
                </a:solidFill>
              </a:defRPr>
            </a:lvl7pPr>
            <a:lvl8pPr>
              <a:defRPr sz="1875" b="0">
                <a:solidFill>
                  <a:srgbClr val="294255"/>
                </a:solidFill>
              </a:defRPr>
            </a:lvl8pPr>
            <a:lvl9pPr>
              <a:defRPr sz="1875" b="0">
                <a:solidFill>
                  <a:srgbClr val="29425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ทดสอบการจัดการข้อมูล สิทธิ์ และกระบวนการค้นข้อมูล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เอกสารโครงการรายงานการทดสอบ backend 139 กรณี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ผลทดสอบดังกล่าวไม่ได้วัดคุณภาพคำตอบของโมเดลจริง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0ED67-FFEE-4A00-B297-C38E9605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905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9525">
            <a:solidFill>
              <a:srgbClr val="B8D5DD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38616B"/>
                </a:solidFill>
              </a:defRPr>
            </a:defPPr>
            <a:lvl1pPr>
              <a:defRPr sz="1650">
                <a:solidFill>
                  <a:srgbClr val="38616B"/>
                </a:solidFill>
              </a:defRPr>
            </a:lvl1pPr>
            <a:lvl2pPr>
              <a:defRPr sz="1650">
                <a:solidFill>
                  <a:srgbClr val="38616B"/>
                </a:solidFill>
              </a:defRPr>
            </a:lvl2pPr>
            <a:lvl3pPr>
              <a:defRPr sz="1650">
                <a:solidFill>
                  <a:srgbClr val="38616B"/>
                </a:solidFill>
              </a:defRPr>
            </a:lvl3pPr>
            <a:lvl4pPr>
              <a:defRPr sz="1650">
                <a:solidFill>
                  <a:srgbClr val="38616B"/>
                </a:solidFill>
              </a:defRPr>
            </a:lvl4pPr>
            <a:lvl5pPr>
              <a:defRPr sz="1650">
                <a:solidFill>
                  <a:srgbClr val="38616B"/>
                </a:solidFill>
              </a:defRPr>
            </a:lvl5pPr>
            <a:lvl6pPr>
              <a:defRPr sz="1650">
                <a:solidFill>
                  <a:srgbClr val="38616B"/>
                </a:solidFill>
              </a:defRPr>
            </a:lvl6pPr>
            <a:lvl7pPr>
              <a:defRPr sz="1650">
                <a:solidFill>
                  <a:srgbClr val="38616B"/>
                </a:solidFill>
              </a:defRPr>
            </a:lvl7pPr>
            <a:lvl8pPr>
              <a:defRPr sz="1650">
                <a:solidFill>
                  <a:srgbClr val="38616B"/>
                </a:solidFill>
              </a:defRPr>
            </a:lvl8pPr>
            <a:lvl9pPr>
              <a:defRPr sz="1650">
                <a:solidFill>
                  <a:srgbClr val="38616B"/>
                </a:solidFill>
              </a:defRPr>
            </a:lvl9pPr>
          </a:lstStyle>
          <a:p xmlns:a="http://schemas.openxmlformats.org/drawingml/2006/main">
            <a:pPr>
              <a:defRPr sz="1650">
                <a:solidFill>
                  <a:srgbClr val="38616B"/>
                </a:solidFill>
              </a:defRPr>
            </a:pPr>
            <a:r>
              <a:rPr sz="1650">
                <a:solidFill>
                  <a:srgbClr val="38616B"/>
                </a:solidFill>
              </a:rPr>
              <a:t>พื้นที่สำหรับภาพ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38616B"/>
                </a:solidFill>
              </a:defRPr>
            </a:pPr>
            <a:r>
              <a:rPr sz="1650">
                <a:solidFill>
                  <a:srgbClr val="38616B"/>
                </a:solidFill>
              </a:rPr>
              <a:t>ภาพสรุปกรณีทดสอบและผลที่ยืนยันได้</a:t>
            </a:r>
          </a:p>
        </p:txBody>
      </p:sp>
    </p:spTree>
    <p:extLst>
      <p:ext uri="{BB962C8B-B14F-4D97-AF65-F5344CB8AC3E}">
        <p14:creationId xmlns:p14="http://schemas.microsoft.com/office/powerpoint/2010/main" val="5603814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62717-3A95-4D83-B874-4330F499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95"/>
                </a:solidFill>
              </a:defRPr>
            </a:defPPr>
            <a:lvl1pPr>
              <a:defRPr sz="1200" b="1">
                <a:solidFill>
                  <a:srgbClr val="087E95"/>
                </a:solidFill>
              </a:defRPr>
            </a:lvl1pPr>
            <a:lvl2pPr>
              <a:defRPr sz="1200" b="1">
                <a:solidFill>
                  <a:srgbClr val="087E95"/>
                </a:solidFill>
              </a:defRPr>
            </a:lvl2pPr>
            <a:lvl3pPr>
              <a:defRPr sz="1200" b="1">
                <a:solidFill>
                  <a:srgbClr val="087E95"/>
                </a:solidFill>
              </a:defRPr>
            </a:lvl3pPr>
            <a:lvl4pPr>
              <a:defRPr sz="1200" b="1">
                <a:solidFill>
                  <a:srgbClr val="087E95"/>
                </a:solidFill>
              </a:defRPr>
            </a:lvl4pPr>
            <a:lvl5pPr>
              <a:defRPr sz="1200" b="1">
                <a:solidFill>
                  <a:srgbClr val="087E95"/>
                </a:solidFill>
              </a:defRPr>
            </a:lvl5pPr>
            <a:lvl6pPr>
              <a:defRPr sz="1200" b="1">
                <a:solidFill>
                  <a:srgbClr val="087E95"/>
                </a:solidFill>
              </a:defRPr>
            </a:lvl6pPr>
            <a:lvl7pPr>
              <a:defRPr sz="1200" b="1">
                <a:solidFill>
                  <a:srgbClr val="087E95"/>
                </a:solidFill>
              </a:defRPr>
            </a:lvl7pPr>
            <a:lvl8pPr>
              <a:defRPr sz="1200" b="1">
                <a:solidFill>
                  <a:srgbClr val="087E95"/>
                </a:solidFill>
              </a:defRPr>
            </a:lvl8pPr>
            <a:lvl9pPr>
              <a:defRPr sz="1200" b="1">
                <a:solidFill>
                  <a:srgbClr val="087E95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95"/>
                </a:solidFill>
              </a:defRPr>
            </a:pPr>
            <a:r>
              <a:rPr sz="1200" b="1">
                <a:solidFill>
                  <a:srgbClr val="087E95"/>
                </a:solidFill>
              </a:rPr>
              <a:t>SCOPEBOT   /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AFA57-2675-47CE-AE3D-C2DBEF30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B42"/>
                </a:solidFill>
              </a:defRPr>
            </a:defPPr>
            <a:lvl1pPr>
              <a:defRPr sz="3000" b="1">
                <a:solidFill>
                  <a:srgbClr val="142B42"/>
                </a:solidFill>
              </a:defRPr>
            </a:lvl1pPr>
            <a:lvl2pPr>
              <a:defRPr sz="3000" b="1">
                <a:solidFill>
                  <a:srgbClr val="142B42"/>
                </a:solidFill>
              </a:defRPr>
            </a:lvl2pPr>
            <a:lvl3pPr>
              <a:defRPr sz="3000" b="1">
                <a:solidFill>
                  <a:srgbClr val="142B42"/>
                </a:solidFill>
              </a:defRPr>
            </a:lvl3pPr>
            <a:lvl4pPr>
              <a:defRPr sz="3000" b="1">
                <a:solidFill>
                  <a:srgbClr val="142B42"/>
                </a:solidFill>
              </a:defRPr>
            </a:lvl4pPr>
            <a:lvl5pPr>
              <a:defRPr sz="3000" b="1">
                <a:solidFill>
                  <a:srgbClr val="142B42"/>
                </a:solidFill>
              </a:defRPr>
            </a:lvl5pPr>
            <a:lvl6pPr>
              <a:defRPr sz="3000" b="1">
                <a:solidFill>
                  <a:srgbClr val="142B42"/>
                </a:solidFill>
              </a:defRPr>
            </a:lvl6pPr>
            <a:lvl7pPr>
              <a:defRPr sz="3000" b="1">
                <a:solidFill>
                  <a:srgbClr val="142B42"/>
                </a:solidFill>
              </a:defRPr>
            </a:lvl7pPr>
            <a:lvl8pPr>
              <a:defRPr sz="3000" b="1">
                <a:solidFill>
                  <a:srgbClr val="142B42"/>
                </a:solidFill>
              </a:defRPr>
            </a:lvl8pPr>
            <a:lvl9pPr>
              <a:defRPr sz="3000" b="1">
                <a:solidFill>
                  <a:srgbClr val="142B42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B42"/>
                </a:solidFill>
              </a:defRPr>
            </a:pPr>
            <a:r>
              <a:rPr sz="3000" b="1">
                <a:solidFill>
                  <a:srgbClr val="142B42"/>
                </a:solidFill>
              </a:rPr>
              <a:t>ข้อจำกัดและขั้นตอนต่อไป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750FF-D1D8-414A-B720-3E4B2A65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6191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94255"/>
                </a:solidFill>
              </a:defRPr>
            </a:defPPr>
            <a:lvl1pPr>
              <a:defRPr sz="1875" b="0">
                <a:solidFill>
                  <a:srgbClr val="294255"/>
                </a:solidFill>
              </a:defRPr>
            </a:lvl1pPr>
            <a:lvl2pPr>
              <a:defRPr sz="1875" b="0">
                <a:solidFill>
                  <a:srgbClr val="294255"/>
                </a:solidFill>
              </a:defRPr>
            </a:lvl2pPr>
            <a:lvl3pPr>
              <a:defRPr sz="1875" b="0">
                <a:solidFill>
                  <a:srgbClr val="294255"/>
                </a:solidFill>
              </a:defRPr>
            </a:lvl3pPr>
            <a:lvl4pPr>
              <a:defRPr sz="1875" b="0">
                <a:solidFill>
                  <a:srgbClr val="294255"/>
                </a:solidFill>
              </a:defRPr>
            </a:lvl4pPr>
            <a:lvl5pPr>
              <a:defRPr sz="1875" b="0">
                <a:solidFill>
                  <a:srgbClr val="294255"/>
                </a:solidFill>
              </a:defRPr>
            </a:lvl5pPr>
            <a:lvl6pPr>
              <a:defRPr sz="1875" b="0">
                <a:solidFill>
                  <a:srgbClr val="294255"/>
                </a:solidFill>
              </a:defRPr>
            </a:lvl6pPr>
            <a:lvl7pPr>
              <a:defRPr sz="1875" b="0">
                <a:solidFill>
                  <a:srgbClr val="294255"/>
                </a:solidFill>
              </a:defRPr>
            </a:lvl7pPr>
            <a:lvl8pPr>
              <a:defRPr sz="1875" b="0">
                <a:solidFill>
                  <a:srgbClr val="294255"/>
                </a:solidFill>
              </a:defRPr>
            </a:lvl8pPr>
            <a:lvl9pPr>
              <a:defRPr sz="1875" b="0">
                <a:solidFill>
                  <a:srgbClr val="29425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คุณภาพคำตอบขึ้นอยู่กับเอกสารและโมเดล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ทดสอบกับเอกสารและคำถามจากผู้ใช้จริง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ตรวจความพร้อมของบริการและซ้อมการสาธิตก่อนนำเสนอ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3EEB3-6654-436D-A38E-E7F8C211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905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9525">
            <a:solidFill>
              <a:srgbClr val="B8D5DD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38616B"/>
                </a:solidFill>
              </a:defRPr>
            </a:defPPr>
            <a:lvl1pPr>
              <a:defRPr sz="1650">
                <a:solidFill>
                  <a:srgbClr val="38616B"/>
                </a:solidFill>
              </a:defRPr>
            </a:lvl1pPr>
            <a:lvl2pPr>
              <a:defRPr sz="1650">
                <a:solidFill>
                  <a:srgbClr val="38616B"/>
                </a:solidFill>
              </a:defRPr>
            </a:lvl2pPr>
            <a:lvl3pPr>
              <a:defRPr sz="1650">
                <a:solidFill>
                  <a:srgbClr val="38616B"/>
                </a:solidFill>
              </a:defRPr>
            </a:lvl3pPr>
            <a:lvl4pPr>
              <a:defRPr sz="1650">
                <a:solidFill>
                  <a:srgbClr val="38616B"/>
                </a:solidFill>
              </a:defRPr>
            </a:lvl4pPr>
            <a:lvl5pPr>
              <a:defRPr sz="1650">
                <a:solidFill>
                  <a:srgbClr val="38616B"/>
                </a:solidFill>
              </a:defRPr>
            </a:lvl5pPr>
            <a:lvl6pPr>
              <a:defRPr sz="1650">
                <a:solidFill>
                  <a:srgbClr val="38616B"/>
                </a:solidFill>
              </a:defRPr>
            </a:lvl6pPr>
            <a:lvl7pPr>
              <a:defRPr sz="1650">
                <a:solidFill>
                  <a:srgbClr val="38616B"/>
                </a:solidFill>
              </a:defRPr>
            </a:lvl7pPr>
            <a:lvl8pPr>
              <a:defRPr sz="1650">
                <a:solidFill>
                  <a:srgbClr val="38616B"/>
                </a:solidFill>
              </a:defRPr>
            </a:lvl8pPr>
            <a:lvl9pPr>
              <a:defRPr sz="1650">
                <a:solidFill>
                  <a:srgbClr val="38616B"/>
                </a:solidFill>
              </a:defRPr>
            </a:lvl9pPr>
          </a:lstStyle>
          <a:p xmlns:a="http://schemas.openxmlformats.org/drawingml/2006/main">
            <a:pPr>
              <a:defRPr sz="1650">
                <a:solidFill>
                  <a:srgbClr val="38616B"/>
                </a:solidFill>
              </a:defRPr>
            </a:pPr>
            <a:r>
              <a:rPr sz="1650">
                <a:solidFill>
                  <a:srgbClr val="38616B"/>
                </a:solidFill>
              </a:rPr>
              <a:t>พื้นที่สำหรับภาพ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38616B"/>
                </a:solidFill>
              </a:defRPr>
            </a:pPr>
            <a:r>
              <a:rPr sz="1650">
                <a:solidFill>
                  <a:srgbClr val="38616B"/>
                </a:solidFill>
              </a:rPr>
              <a:t>ภาพแผนพัฒนาต่อและข้อจำกัด</a:t>
            </a:r>
          </a:p>
        </p:txBody>
      </p:sp>
    </p:spTree>
    <p:extLst>
      <p:ext uri="{BB962C8B-B14F-4D97-AF65-F5344CB8AC3E}">
        <p14:creationId xmlns:p14="http://schemas.microsoft.com/office/powerpoint/2010/main" val="2176191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957BF-081C-4871-ACC0-35762224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95"/>
                </a:solidFill>
              </a:defRPr>
            </a:defPPr>
            <a:lvl1pPr>
              <a:defRPr sz="1200" b="1">
                <a:solidFill>
                  <a:srgbClr val="087E95"/>
                </a:solidFill>
              </a:defRPr>
            </a:lvl1pPr>
            <a:lvl2pPr>
              <a:defRPr sz="1200" b="1">
                <a:solidFill>
                  <a:srgbClr val="087E95"/>
                </a:solidFill>
              </a:defRPr>
            </a:lvl2pPr>
            <a:lvl3pPr>
              <a:defRPr sz="1200" b="1">
                <a:solidFill>
                  <a:srgbClr val="087E95"/>
                </a:solidFill>
              </a:defRPr>
            </a:lvl3pPr>
            <a:lvl4pPr>
              <a:defRPr sz="1200" b="1">
                <a:solidFill>
                  <a:srgbClr val="087E95"/>
                </a:solidFill>
              </a:defRPr>
            </a:lvl4pPr>
            <a:lvl5pPr>
              <a:defRPr sz="1200" b="1">
                <a:solidFill>
                  <a:srgbClr val="087E95"/>
                </a:solidFill>
              </a:defRPr>
            </a:lvl5pPr>
            <a:lvl6pPr>
              <a:defRPr sz="1200" b="1">
                <a:solidFill>
                  <a:srgbClr val="087E95"/>
                </a:solidFill>
              </a:defRPr>
            </a:lvl6pPr>
            <a:lvl7pPr>
              <a:defRPr sz="1200" b="1">
                <a:solidFill>
                  <a:srgbClr val="087E95"/>
                </a:solidFill>
              </a:defRPr>
            </a:lvl7pPr>
            <a:lvl8pPr>
              <a:defRPr sz="1200" b="1">
                <a:solidFill>
                  <a:srgbClr val="087E95"/>
                </a:solidFill>
              </a:defRPr>
            </a:lvl8pPr>
            <a:lvl9pPr>
              <a:defRPr sz="1200" b="1">
                <a:solidFill>
                  <a:srgbClr val="087E95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95"/>
                </a:solidFill>
              </a:defRPr>
            </a:pPr>
            <a:r>
              <a:rPr sz="1200" b="1">
                <a:solidFill>
                  <a:srgbClr val="087E95"/>
                </a:solidFill>
              </a:rPr>
              <a:t>SCOPEBOT   /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70C52-4D63-4128-B582-90C40FD8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B42"/>
                </a:solidFill>
              </a:defRPr>
            </a:defPPr>
            <a:lvl1pPr>
              <a:defRPr sz="3000" b="1">
                <a:solidFill>
                  <a:srgbClr val="142B42"/>
                </a:solidFill>
              </a:defRPr>
            </a:lvl1pPr>
            <a:lvl2pPr>
              <a:defRPr sz="3000" b="1">
                <a:solidFill>
                  <a:srgbClr val="142B42"/>
                </a:solidFill>
              </a:defRPr>
            </a:lvl2pPr>
            <a:lvl3pPr>
              <a:defRPr sz="3000" b="1">
                <a:solidFill>
                  <a:srgbClr val="142B42"/>
                </a:solidFill>
              </a:defRPr>
            </a:lvl3pPr>
            <a:lvl4pPr>
              <a:defRPr sz="3000" b="1">
                <a:solidFill>
                  <a:srgbClr val="142B42"/>
                </a:solidFill>
              </a:defRPr>
            </a:lvl4pPr>
            <a:lvl5pPr>
              <a:defRPr sz="3000" b="1">
                <a:solidFill>
                  <a:srgbClr val="142B42"/>
                </a:solidFill>
              </a:defRPr>
            </a:lvl5pPr>
            <a:lvl6pPr>
              <a:defRPr sz="3000" b="1">
                <a:solidFill>
                  <a:srgbClr val="142B42"/>
                </a:solidFill>
              </a:defRPr>
            </a:lvl6pPr>
            <a:lvl7pPr>
              <a:defRPr sz="3000" b="1">
                <a:solidFill>
                  <a:srgbClr val="142B42"/>
                </a:solidFill>
              </a:defRPr>
            </a:lvl7pPr>
            <a:lvl8pPr>
              <a:defRPr sz="3000" b="1">
                <a:solidFill>
                  <a:srgbClr val="142B42"/>
                </a:solidFill>
              </a:defRPr>
            </a:lvl8pPr>
            <a:lvl9pPr>
              <a:defRPr sz="3000" b="1">
                <a:solidFill>
                  <a:srgbClr val="142B42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B42"/>
                </a:solidFill>
              </a:defRPr>
            </a:pPr>
            <a:r>
              <a:rPr sz="3000" b="1">
                <a:solidFill>
                  <a:srgbClr val="142B42"/>
                </a:solidFill>
              </a:rPr>
              <a:t>สรุปและคำถาม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258B5-05D9-498E-823C-12C4EB5F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6191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94255"/>
                </a:solidFill>
              </a:defRPr>
            </a:defPPr>
            <a:lvl1pPr>
              <a:defRPr sz="1875" b="0">
                <a:solidFill>
                  <a:srgbClr val="294255"/>
                </a:solidFill>
              </a:defRPr>
            </a:lvl1pPr>
            <a:lvl2pPr>
              <a:defRPr sz="1875" b="0">
                <a:solidFill>
                  <a:srgbClr val="294255"/>
                </a:solidFill>
              </a:defRPr>
            </a:lvl2pPr>
            <a:lvl3pPr>
              <a:defRPr sz="1875" b="0">
                <a:solidFill>
                  <a:srgbClr val="294255"/>
                </a:solidFill>
              </a:defRPr>
            </a:lvl3pPr>
            <a:lvl4pPr>
              <a:defRPr sz="1875" b="0">
                <a:solidFill>
                  <a:srgbClr val="294255"/>
                </a:solidFill>
              </a:defRPr>
            </a:lvl4pPr>
            <a:lvl5pPr>
              <a:defRPr sz="1875" b="0">
                <a:solidFill>
                  <a:srgbClr val="294255"/>
                </a:solidFill>
              </a:defRPr>
            </a:lvl5pPr>
            <a:lvl6pPr>
              <a:defRPr sz="1875" b="0">
                <a:solidFill>
                  <a:srgbClr val="294255"/>
                </a:solidFill>
              </a:defRPr>
            </a:lvl6pPr>
            <a:lvl7pPr>
              <a:defRPr sz="1875" b="0">
                <a:solidFill>
                  <a:srgbClr val="294255"/>
                </a:solidFill>
              </a:defRPr>
            </a:lvl7pPr>
            <a:lvl8pPr>
              <a:defRPr sz="1875" b="0">
                <a:solidFill>
                  <a:srgbClr val="294255"/>
                </a:solidFill>
              </a:defRPr>
            </a:lvl8pPr>
            <a:lvl9pPr>
              <a:defRPr sz="1875" b="0">
                <a:solidFill>
                  <a:srgbClr val="29425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ScopeBot นำความรู้จากเอกสารมาใช้ตอบคำถาม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รองรับหลายบอท หลายช่องทาง และการส่งต่อให้คน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94255"/>
                </a:solidFill>
              </a:defRPr>
            </a:pPr>
            <a:r>
              <a:rPr sz="1875" b="0">
                <a:solidFill>
                  <a:srgbClr val="294255"/>
                </a:solidFill>
              </a:rPr>
              <a:t>ขอบคุณครับ / ค่ะ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C26B8-C4B2-4BA1-A8CE-8B08C422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905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9525">
            <a:solidFill>
              <a:srgbClr val="B8D5DD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38616B"/>
                </a:solidFill>
              </a:defRPr>
            </a:defPPr>
            <a:lvl1pPr>
              <a:defRPr sz="1650">
                <a:solidFill>
                  <a:srgbClr val="38616B"/>
                </a:solidFill>
              </a:defRPr>
            </a:lvl1pPr>
            <a:lvl2pPr>
              <a:defRPr sz="1650">
                <a:solidFill>
                  <a:srgbClr val="38616B"/>
                </a:solidFill>
              </a:defRPr>
            </a:lvl2pPr>
            <a:lvl3pPr>
              <a:defRPr sz="1650">
                <a:solidFill>
                  <a:srgbClr val="38616B"/>
                </a:solidFill>
              </a:defRPr>
            </a:lvl3pPr>
            <a:lvl4pPr>
              <a:defRPr sz="1650">
                <a:solidFill>
                  <a:srgbClr val="38616B"/>
                </a:solidFill>
              </a:defRPr>
            </a:lvl4pPr>
            <a:lvl5pPr>
              <a:defRPr sz="1650">
                <a:solidFill>
                  <a:srgbClr val="38616B"/>
                </a:solidFill>
              </a:defRPr>
            </a:lvl5pPr>
            <a:lvl6pPr>
              <a:defRPr sz="1650">
                <a:solidFill>
                  <a:srgbClr val="38616B"/>
                </a:solidFill>
              </a:defRPr>
            </a:lvl6pPr>
            <a:lvl7pPr>
              <a:defRPr sz="1650">
                <a:solidFill>
                  <a:srgbClr val="38616B"/>
                </a:solidFill>
              </a:defRPr>
            </a:lvl7pPr>
            <a:lvl8pPr>
              <a:defRPr sz="1650">
                <a:solidFill>
                  <a:srgbClr val="38616B"/>
                </a:solidFill>
              </a:defRPr>
            </a:lvl8pPr>
            <a:lvl9pPr>
              <a:defRPr sz="1650">
                <a:solidFill>
                  <a:srgbClr val="38616B"/>
                </a:solidFill>
              </a:defRPr>
            </a:lvl9pPr>
          </a:lstStyle>
          <a:p xmlns:a="http://schemas.openxmlformats.org/drawingml/2006/main">
            <a:pPr>
              <a:defRPr sz="1650">
                <a:solidFill>
                  <a:srgbClr val="38616B"/>
                </a:solidFill>
              </a:defRPr>
            </a:pPr>
            <a:r>
              <a:rPr sz="1650">
                <a:solidFill>
                  <a:srgbClr val="38616B"/>
                </a:solidFill>
              </a:rPr>
              <a:t>พื้นที่สำหรับภาพ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38616B"/>
                </a:solidFill>
              </a:defRPr>
            </a:pPr>
            <a:r>
              <a:rPr sz="1650">
                <a:solidFill>
                  <a:srgbClr val="38616B"/>
                </a:solidFill>
              </a:rPr>
              <a:t>โลโก้โครงการ หรือภาพทีมผู้จัดทำ</a:t>
            </a:r>
          </a:p>
        </p:txBody>
      </p:sp>
    </p:spTree>
    <p:extLst>
      <p:ext uri="{BB962C8B-B14F-4D97-AF65-F5344CB8AC3E}">
        <p14:creationId xmlns:p14="http://schemas.microsoft.com/office/powerpoint/2010/main" val="1678469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2026-10-28T20:10:43.7870000Z</dcterms:created>
  <dcterms:modified xsi:type="dcterms:W3CDTF">2026-10-28T20:10:43.7870000Z</dcterms:modified>
</coreProperties>
</file>